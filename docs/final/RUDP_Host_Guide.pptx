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a Q-learning window controller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problem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 we built it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 behind the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Results at a glance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it was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Up to 83% less time than tuned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 fast, faithful C simulator, and what it showed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clock: 15% to 52% faster than tuned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Issues we found along the way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Seeing the difference: the window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changed to make it better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Linux kernel: 65% to 83% faster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Changing paths: fastest in 4 of 4 cases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we hit and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Fairer than AIMD, and does not starve TCP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Our first learned agent: an honest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Works between two real machines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Network design: OSPF topology in Packet Tracer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 results: routes, failover, ACL</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RUDP dissector and traces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real capture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Demo: RUDP Chat over the internet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RUDP packet header: 13 bytes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Limits we state openly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Handshake and data flow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Learnings and future work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Reliability: Go-Back-N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Reliability: Selective Repeat (the default)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 and congestion avoidance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Congestion control: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Smart-RUDP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Good morning ma'am. We are Harshavardhan, Rohit and Shloak.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project is Smart-RUDP: a reliable transport protocol we built in C on top of UDP, plus a controller that learns how fast to send.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 three names and the GitHub link once, then move 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The problem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gives no guarantees: packets can be lost, duplicated or reordered.</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TCP is reliable but sits inside the operating system, so you cannot see or change it.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1986 the early Internet had congestion collapse: throughput fell from 32 Kbps to 40 bps. TCP's congestion control was invented to fix that.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on 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not just use TCP? A: TCP cannot be changed or inspected; building our own makes every mechanism visible. QUIC and HTTP/3 do the same in practice.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Why we built it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need: campus users send data to a server across a routed network. TCP is fixed in the kernel; UDP gives no guarantees.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answer: RUDP, a readable and tunable transport, and Smart-RUDP, which learns the window from RTT and loss.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Scenario: a student on VLAN 10 uploads to the server LAN. The ACL keeps students out of staff VLAN 20. If a core link fails, OSPF reroutes through R2: longer path, higher RTT, and the transport must adapt.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just a lab exercise? A: A lab sends datagrams. We built reliability and congestion control on top, measured them, and used them in an application.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pieces: handshake, reliability, flow control and congestion control.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About 670 lines of C across four source files, built in eight phases, on GitHub at 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Who did what? A: Agree one answer as a team before you go 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Results at a glance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Start with the outcome. Against tuned AIMD, the neural agent is 15 to 52 percent faster on four of our five named paths, and ties on the hostile 10 percent loss path. On 100 random paths it needs 0.53 times the time and is never more than 20 percent slower.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holds up on the real Linux kernel, 60 to 83 percent faster than tuned AIMD, it copes when the path changes mid-transfer, and it is fairer than AIMD between two flows with different round-trip times. Next to a kernel TCP flow it takes 24 to 34 percent of the link, so it does not starve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also works between two real laptops over the internet, and the whole system is there: the OSPF network, the Wireshark dissector, the chat and the RUDP Drop app. The caveat, which we come back to, is that kernel TCP is still faster.</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kernel TCP faster than your protocol? Yes, 1.5 to 1.7 times on every kernel path. Our claim is that our agent beats tuned AIMD and CUBIC inside our own transport, not that we beat the kernel.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Up to 83% less time than tuned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main result in one picture. Against tuned AIMD, which is a fair, tuned opponent, the neural agent saves 15 percent of the time on the 5G-like path, 49 percent on the lossy path and 52 percent on the satellite-like path on the real clock.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 the real Linux kernel the savings are bigger, 65, 71 and 83 percent, and significant on all three. It is the same trained network everywhere, with no retuning.</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are kernel gains bigger? The kernel path has real queueing and loss and tuned AIMD is slow to recover there; we report both and do not average them.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Real clock: 15% to 52% faster than tuned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One correction we want to be upfront about: earlier we reported bigger margins and 262 retransmissions on the fast path. That came from a timer that fired too early. Fixing it helped AIMD even more than the agent, so these numbers are the honest ones.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did the margin shrink? A retransmission timer defect was hurting AIMD more than the agent. We found it by tracing the retransmissions, fixed it for every policy, and re-ran everything. Without the fix AIMD is 41 percent slower on random paths.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Seeing the difference: the window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does the agent's window jump around so much? It picks one of five multipliers about once per round trip, so it moves in steps; that is the cost of a learned policy with a coarse action set.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Real Linux kernel: 65% to 83% faster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our real-socket tests ran through our own proxy. We repeated them on the Linux kernel itself, using tc netem, with kernel TCP in the same table.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AIMD the neural agent is 71 percent faster on the lossy path, 65 percent on the 5G-like path and 83 percent on the satellite path, all significant. On the reordering path it is 60 percent faster but that is not significant.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is still faster than our agent on every path, by one and a half to one and seven tenths. We are not claiming to beat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put a kernel TCP flow and one RUDP flow on the same link. The neural agent takes 24 to 34 percent of it, so it does not starve TCP; tuned AIMD gets only 5 to 17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first runs were wrong four times: the netem queue limit counted packets in flight, the baseline was untuned, the payload sizes differed, and finally RUDP was sending 40-byte synthetic packets. We found each one, fixed it, re-ran everything and documented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Changing paths: fastest in 4 of 4 cases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more research gaps we tested.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paths that change during a transfer: we added a --dyn option so bandwidth and delay change mid-run.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was fastest in all four cases, 6 to 53 percent faster than tuned AIMD, but it retransmits 1 to 6 percent of packets.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Second, a stronger baseline: a simplified BBR.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beats tuned AIMD on four of five paths and is actually faster than our agent on the 2 percent lossy path, 8.2 seconds against 9.8.</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that our BBR is a simplification and that two bugs in it were found and fixed by these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your BBR the real one? No: a simplified version with no ProbeRTT and no BBRv3 loss response; the comparison is against a BBR-style policy.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Fairer than AIMD, and does not starve TCP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and trust.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neural flows with unequal round-trip times share the link more evenly than two AIMD flows, Jain 0.84 against 0.64 at 150 ms extra RTT, but still favour the short-RTT flow; six pairs per cell so only the largest gap is clear.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small decision tree agrees with the network on only 79 percent of decisions but gives the same transfer time on four of five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Noise on the inputs costs at most 12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Formal certification only works at tiny perturbations, so the agent is robust in practice but not proven.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coexistence is measured: the neural agent takes 24 to 34 percent of a shared link, so it does not starve TCP, with only three runs per cell.</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test against kernel TCP? Yes, on kernel netem: the neural agent took 24 to 34 percent of a shared link, three runs per cell on one laptop.</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Works between two real machines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every test ran on one computer. We ran the sender on one laptop and the receiver on another, on different networks, joined by Tailscale. It could not connect directly, so traffic went through a relay, about 79 milliseconds round trip.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RUDP works between real machines: every transfer that finished delivered all 4,000 packets, with all four policies.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not a better test? The other laptop was a one-time setup over the internet; the next step is a direct local network with more repetitions.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Network design: OSPF topology in Packet Tracer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R1, R2, R3 form a triangle and R4 is a branch.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VLANs with router-on-a-stick, DHCP on R1 and R4, and an access list blocking student to staff.</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LAN is metric 2 via R3; branch is metric 3 via R2. Failover: shutting R1 Gi0/2 still gave 70 of 71 pings, rerouted via R2.</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RUDP run inside Packet Tracer? A: No, it cannot run C. Packet Tracer validates the network design; protocol is validated on one machine plus Wireshark.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Packet Tracer results: routes, failover, ACL</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OSPF routes on R1 with the metrics. Middle: the link-failure test, 70 of 71 pings. Right: the ACL, where the student gets destination unreachable to staff but the server is still reachable (TTL 126).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asked to show it live: have the .pkt file open and follow Demo_Steps.txt.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Wireshark: RUDP dissector and traces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wrote a Lua dissector, named smartrudp, that decodes sequence, ack, flags, checksum and length.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Useful filters: smartrudp.flags.data == 1 and smartrudp.seq == 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a 400-packet lossy run the receiver saw 87 (AIMD) and 95 (Smart) repeated data segments.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program's exported trace uses topology addresses and has no handshake.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 handshake in the export? A: The export builds synthetic packets. The real tshark capture on the next slide shows the handshake.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Wireshark: real capture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the first three packets, SYN, SYN-ACK and ACK, decoded by our dissector (filter frame.number &lt;= 3).</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Right: filter smartrudp.seq == N shows the same segment twice, a retransmission.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Wireshark is open live: Analyze, Decode As, UDP 8888 = RUDP, then use these two filters.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Demo: RUDP Chat over the internet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protocol in use: each message is one numbered, checksummed RUDP segment, ACKed in order.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terminal version and a browser version; two devices were linked over Tailscale, laptop and phone.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Drag the loss slider: lost messages are resent and still arrive in order. The right panel shows sent, lost and resent counts and the log.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The RUDP packet header: 13 bytes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sequence 4, ack 4, flags 1, checksum 2, payload length 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Fields are packed byte by byte so compiler padding never changes the wire format.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data packet is 53 bytes on the wire; ACKs and handshake packets are 13.</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How does the checksum work? A: 16-bit one's-complement sum over header and payload, like UDP/TCP. A corrupted packet fails and is recovered by retransmission.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Handshake and data flow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Three-way handshake: SYN, SYN-ACK, ACK. Then data, up to a window of packets in flight.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ACKs are cumulative: ACK N confirms everything before N. FIN closes the connection.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server accepts a new SYN in any state, so a killed client can never leave it stuck. That was a real bug we fixed.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What if the peer disappears? A: Sender keeps retransmitting on timeout. An abort after repeated timeouts is not implemented; it is the fix we would add.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Reliability: Go-Back-N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window is the number of packets in flight; it started fixed at 4 and is now driven by the congestion window.</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Timeout is 500 ms; fast retransmit triggers after 3 duplicate ACKs, no waiting for the timer.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Proof: in a 20% loss netem capture we saw 12 timeouts about 500 ms apart. Result: the 2,442-byte message reassembled correctly.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Go-Back-N? A: Simpler to build and explain. It wastes bandwidth under loss; Selective Repeat with SACK is our stated future work.</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Reliability: Selective Repeat (the default)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swapped Go-Back-N for Selective Repeat as the default. The receiver now keeps out-of-order packets and tells the sender exactly which ones it holds in a bitmap inside every ACK; the sender has one timer per packet and resends only what is missing.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result: about ten times fewer retransmissions, and the neural agent's lead over AIMD grows to 46 percent on the lossy path and 50 percent on the satellite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10 percent loss failure we found earlier was mostly a Go-Back-N effect: with Selective Repeat the agent ties AIMD there.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Go-Back-N is still in the code behind a flag, and the earlier tables in the report were measured with it and are labelled that way.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textbook Selective Repeat? Nearly: per-packet timers and a buffering receiver, but we use a cumulative ACK plus a 64-bit bitmap instead of one ACK per packet, and the window is capped at 60.</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Congestion control: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Slow start: window grows by one per ACK until the threshold of 16. Then avoidance: plus 1/window per ACK.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duplicate ACKs: window halves. A timeout: window resets to 1 and the threshold halves. Cap is 32.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graph shows fresh runs at 0, 10, 20 and 40 percent loss. Red marks are timeouts, green are fast retransmits.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cap 32 and ssthresh 16? A: The cap stops a lossless run growing without bound; 16 is where doubling switches to linear growth.</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Smart-RUDP: a Q-learning window controller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Literature behind the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How it was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Correctness first: unit, end-to-end, handshake, file-integrity, chat and simulator tests, and the packet parser is fuzzed under AddressSanitizer.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speed we use virtual time, which is the same C sender on a simulated clock. We checked it against the real clock, and it agreed in all 15 of 15 cells. We use paired seeds with 95 percent intervals and keep tuning seeds apart from test seeds.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Realism comes in four steps: emulation in the client, a separate proxy on real sockets, the Linux kernel with netem, and two laptops over the internet. Every result has its command in the report.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make mistakes? Yes, and we logged them: untuned baselines, unequal payloads, and synthetic 40-byte packets in the kernel test, each found, fixed and re-run.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A fast, faithful C simulator, and what it showed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old simulator was in Python and never matched the C code exactly. So we added a virtual-time mode to the C sender itself: same code, simulated receiver and clock, about a thousand times faster. It reproduces the real-clock results in all 15 calibration cells.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That let us test on 100 random paths that we never tuned on. The neural agent needs 0.53 times the time of tuned AIMD, is faster on 89 paths and never more than 20 percent slower. Tuned CUBIC is slower by more than 20 percent on 27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ablation shows which parts matter: the window cap of 128 most, then pacing, the timer floor and slow start. We also tried evolution-strategy retraining directly in the C sender and it only gave 2 percent, so we did not adopt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test set separate from tuning? Yes. Slow-start and hand-over settings were chosen on a different set of random paths; the 100 test paths were used only for the reported numbers.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Issues we found along the way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Now the issues, and we list them plainly. Our first learned controller, a Q-table, was not faster than AIMD. At 10 percent random loss the neural agent was 7 times slower, 85 seconds against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 sockets exposed a lost-handshake hang, spurious timeouts, 262 retransmissions for about 3 losses, and a weak checksum. Our early baselines were weak: untuned AIMD made the first wins look bigger than they are.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own kernel tests were wrong four times and our first BBR-style baseline had two bugs. And the agent is a pushier neighbour than AIMD or CUBIC. Each of these has a fix on the next slide.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How did you find these? By testing on real sockets and the kernel, comparing against tuned baselines, and checking our own numbers, for example a goodput above the link rate gave away the 40-byte packet bug.</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What we changed to make it better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Every issue led to a change. Go-Back-N with a fixed timer became Selective Repeat with bitmap ACKs, per-packet timers and an adaptive timer, about 10 times fewer retransmissions. The byte-sum checksum became CRC-16.</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lost-handshake hang was fixed as TCP does it. The Q-table became a small neural network with a bigger window cap, slow start and pacing. The 10 percent loss collapse is handled by handing over to AIMD while loss is high: 13.9 seconds instead of 84.9.</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tuned the AIMD and CUBIC baselines so every win is against a fair opponent, and we fixed our test methodology and re-ran the kernel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Which change mattered most? The ablation says window cap 128, pacing, the timer floor and slow start do most of the work, and the hand-over is what makes the hostile path safe.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Problems we hit and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Our first learned agent: an honest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38.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39.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40. Limits we state openly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is still not good. Kernel TCP is 1.5 to 1.7 times faster than our agent. Against tuned AIMD the agent takes about 70 percent of a shared link, and the polite mode that fixes it costs speed.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level with CUBIC under bursty cross traffic, it gains nothing at 10 percent random loss, and the BBR-style baseline is faster on the 2 percent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not formally verified: only 43 percent of decisions are certified at plus or minus 0.001. It was trained in a simulator. The two-machine run was one drifting relay path with four timeouts, so we claim no ranking from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next? A direct-network multi-machine run with more repetitions, training with a competing flow so fairness is learned, and training on real traces.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41. Learnings and future work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we learned: reliability is a set of simple rules working together, congestion control matters as much as retransmission, and tests tell you things about your own results that you do not want to hear.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limits are on the previous slide; in short: only one noisy two-machine run, the agent is not a polite neighbour, there is no gain at 10 percent random loss, and the tabular agent did not beat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Next: fairness-aware training with TCP coexistence, training on real traces, and controlled multi-machine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Run the netem script on a Linux machine for kernel TCP and RUDP on the same path, then add a competing flow to the training.</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42.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The code, report and captures are at github.com/Capsturrrr/rudp. Happy to take questions.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Pause and smile; hand over to questions.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43. Appendix: slow start and congestion avoidance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Was it tested between machines?</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We also made one run between two laptops on different networks over a Tailscale relay: RUDP delivered every transfer that finished, but the path drifted and four of twenty runs timed out, so we do not rank the policies from it; kernel TCP was 2 to 6 times faster on the clean repetitions.</a:t>
            </a:r>
            <a:endParaRPr lang="en-US" sz="13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2026-10-11T21:28:24Z</dcterms:created>
  <dcterms:modified xsi:type="dcterms:W3CDTF">2026-10-11T21:28:24Z</dcterms:modified>
</cp:coreProperties>
</file>