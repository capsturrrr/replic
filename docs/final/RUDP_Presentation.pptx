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39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39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39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39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39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39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39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39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39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39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39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39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39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39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39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39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39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39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39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39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39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39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39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Selective Repeat is now the default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39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results: tuned baselines, real clock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39   Smart-RUDP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39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39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39   Smart-RUDP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Seeing the difference: the window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39   Smart-RUDP</a:t>
            </a:r>
            <a:endParaRPr lang="en-US" sz="1000" dirty="0"/>
          </a:p>
        </p:txBody>
      </p:sp>
      <p:pic>
        <p:nvPicPr>
          <p:cNvPr id="4" name="Image 0" descr="fig_cwnd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3152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lossy path, same seed, same transport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(grey) saws between 5 and 15 packets and needs 9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(green) rides much higher, backs off on loss, and finishes in 4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make figures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 gaps: fairness and cross traffic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39   Smart-RUDP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vs tuned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 share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Bursty cross traffic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was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/ 39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Correctness: unit, end-to-end, handshake, file-integrity, chat and simulator tests (make test); packet parser fuzzed under AddressSanitizer and UBSan (make fuzz)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Speed: virtual time, same C sender, checked against the real clock in 15 of 15 cells; paired seeds, 95% intervals, tuning seeds kept apart from test seeds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Realism, in four steps: emulation in the client, a separate impairment proxy on real sockets, Linux kernel netem, and two laptops over the internet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in the report has the command that produced it (docs/RUNNING_ALL_TESTS.md)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record our own mistakes: untuned baselines, unequal payloads and synthetic 40-byte packets were each caught, fixed and re-run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Reality check: real kernel (tc/netem)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/ 39   Smart-RUDP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28016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(500 packets)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Lossy, 2%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Satellite, 150 ms (3 runs)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 (n.s.)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10972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tc/netem on loopback, 5 runs per cell, 512-byte payloads for TCP, UDP and RUDP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beats tuned AIMD on a real kernel path: 65% to 83% faster, significant on three paths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still faster than us everywhere: 1.5x to 1.7x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 link with kernel TCP: the neural agent takes only 24% to 34% (AIMD 5% to 17%); it does not starve TCP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runs were wrong four times (netem limit; untuned baseline; unequal payloads; synthetic 40-byte packets). Found, fixed, re-run, documented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gaps: changing paths and a BBR baseline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39   Smart-RUDP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09728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 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jump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lossy path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148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that change mid-transfer: neural fastest in 4 of 4 cases, at the cost of 1% to 6% retransmissions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simplified BBR beats tuned AIMD on 4 of 5 paths and is faster than the agent on the 2% lossy path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bugs in our own BBR (stall at 10% loss; 163 s after a delay jump) found by these tests and fixed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time, 20 paired seeds; not the Linux BBR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gaps: fairness and trust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/ 39   Smart-RUDP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6459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identical flows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 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short-RTT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/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/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flows are fairer than AIMD under unequal RTTs, but still favour the short-RTT flow (6 pairs per cell)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depth-5 decision tree matches the network on only 79% of decisions, yet gives the same transfer time on 4 of 5 paths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of 0.2 on the inputs costs at most 12%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interval-bound certification: 43% of decisions at +-0.001, none at +-0.03. It is robust in practice but not proven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with kernel TCP: neural takes 24% to 34% of a shared link, so it does not starve TCP (3 runs per cell)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run between two machines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/ 39   Smart-RUDP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97280"/>
                <a:gridCol w="1097280"/>
                <a:gridCol w="128016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1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2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laptops, different networks, Tailscale relay (about 79 ms RTT); 2 MB per transfer, 5 repetitions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 works between real machines: every completed run delivered 4,000 of 4,000 packets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drifted (TCP alone 2 s to 51 s) and 4 of 20 RUDP runs timed out, so this is a demonstration, not a ranking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reps: kernel TCP 2x to 6x faster; rep 1 the neural agent beat AIMD (4.7 s vs 14.2 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repeat on a direct local network with more reps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/ 39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 to kernel TCP; controlled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kernel TCP is 1.5x to 1.7x faster; one noisy two-machine run only; polite mode is a hand-made rule that costs speed; level with CUBIC under bursty cross traffic; no gain at 10% random loss; BBR-style baseline is faster on the 2% lossy path; coexistence with kernel TCP measured with only 3 runs per cell.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2026-10-11T21:15:04Z</dcterms:created>
  <dcterms:modified xsi:type="dcterms:W3CDTF">2026-10-11T21:15:04Z</dcterms:modified>
</cp:coreProperties>
</file>