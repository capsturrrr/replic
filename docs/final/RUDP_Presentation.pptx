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1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6EDF3"/>
                </a:solidFill>
                <a:latin typeface="Arial"/>
              </a:defRPr>
            </a:pPr>
            <a:r>
              <a:rPr sz="1400" b="0" i="0" u="none" strike="noStrike">
                <a:solidFill>
                  <a:srgbClr val="E6EDF3"/>
                </a:solidFill>
                <a:latin typeface="Arial"/>
              </a:rPr>
              <a:t>Ablation, 100 random held-out paths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 relative to tuned AIMD (lower is better)</c:v>
                </c:pt>
              </c:strCache>
            </c:strRef>
          </c:tx>
          <c:spPr>
            <a:solidFill>
              <a:srgbClr val="39FF8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6EDF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Tuned AIMD</c:v>
                  </c:pt>
                  <c:pt idx="1">
                    <c:v>Neural, final</c:v>
                  </c:pt>
                  <c:pt idx="2">
                    <c:v>no slow start</c:v>
                  </c:pt>
                  <c:pt idx="3">
                    <c:v>no pacing</c:v>
                  </c:pt>
                  <c:pt idx="4">
                    <c:v>no hand-over</c:v>
                  </c:pt>
                  <c:pt idx="5">
                    <c:v>cap 32</c:v>
                  </c:pt>
                  <c:pt idx="6">
                    <c:v>no timer floor</c:v>
                  </c:pt>
                  <c:pt idx="7">
                    <c:v>original settings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0.51</c:v>
                </c:pt>
                <c:pt idx="2">
                  <c:v>0.527</c:v>
                </c:pt>
                <c:pt idx="3">
                  <c:v>0.549</c:v>
                </c:pt>
                <c:pt idx="4">
                  <c:v>0.506</c:v>
                </c:pt>
                <c:pt idx="5">
                  <c:v>0.837</c:v>
                </c:pt>
                <c:pt idx="6">
                  <c:v>0.519</c:v>
                </c:pt>
                <c:pt idx="7">
                  <c:v>0.859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E6EDF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6EDF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b"/>
        <c:majorGridlines>
          <c:spPr>
            <a:ln w="6350" cap="flat">
              <a:solidFill>
                <a:srgbClr val="2A344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B98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Smart-RUDP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Reliable UDP with learning-based congestion control, in 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3749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Networks  |  Faculty: Anuradha 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Harshavardhan Mallela 24BAI0274   Rohit Arya 24BCE0819   Shloak Sinha 24BDS0378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38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237744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UDP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simple, but no guarantees: packets can be lost, duplicated or reordered.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94960" cy="237744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Reliable, but lives inside the OS kernel. Hard to see, hard to change, hard to learn from.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1986 the early Internet suffered congestion collapse: throughput fell from 32 Kbps to 40 bps. TCP congestion control was invented to fix it.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5394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question: can we rebuild TCP's core ideas ourselves, on top of UDP?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we built 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38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228600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need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users send data to a server across a routed network. TCP is fixed inside the kernel; plain UDP gives no guarantees. Real systems (QUIC, HTTP/3) solve this with reliability built in user space over UDP.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94960" cy="228600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answer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RUDP: a readable, tunable reliable transport over UDP, plus Smart-RUDP, a controller that learns the window from RTT and loss.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 student on VLAN 10 uploads a file to the server LAN. The ACL keeps students out of staff VLAN 20. If a core link fails, OSPF reroutes through R2: a longer path and higher RTT that the transport must adapt to.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48640" y="5394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protocol tests and Smart-RUDP vs AIMD on emulated paths; network design built and tested in Packet Tracer; traffic analysed in Wireshark.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built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38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51760" cy="2926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Handshake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2286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SYN, SYN-ACK, ACK before any data flows.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383280" y="1371600"/>
            <a:ext cx="2651760" cy="2926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Reliability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566160" y="2011680"/>
            <a:ext cx="2286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numbers, ACKs, checksums, timeouts, retransmission.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2651760" cy="2926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control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0" y="2011680"/>
            <a:ext cx="2286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Go-Back-N sliding window; its size is the congestion window.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052560" y="1371600"/>
            <a:ext cx="2651760" cy="2926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Congestion control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235440" y="2011680"/>
            <a:ext cx="2286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AIMD: slow start, avoidance, halve on loss.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8640" y="4754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670 lines of C across 4 source files. Client + server, built in 8 phases, on github.com/Capsturrrr/rudp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RUDP packet header: 13 bytes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38   Smart-RUDP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315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4206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Field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Size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Purpose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seq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Packet number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ack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packet expected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flags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 / ACK / FIN / DATA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checksum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Detects corruption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payload_len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length (max 512)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0" y="1371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packed byte by byte, so compiler struct padding never changes the wire format.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packet = 53 bytes on the wire. ACK / handshake = 13 bytes.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Handshake and data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38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801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91840" y="12801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-&gt;  Server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12801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connection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029968"/>
            <a:ext cx="11064240" cy="64008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2996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02996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SYN-ACK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91840" y="20299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&lt;-  Server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202996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agrees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2779776"/>
            <a:ext cx="11064240" cy="640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779776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277977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ACK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9184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-&gt;  Server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277977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ESTABLISHED, data may flow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3529584"/>
            <a:ext cx="11064240" cy="640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529584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88720" y="352958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291840" y="352958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-&gt;  Server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75120" y="352958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window-size packets in flight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4279392"/>
            <a:ext cx="11064240" cy="64008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27939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88720" y="427939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ACK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291840" y="427939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&lt;-  Server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75120" y="427939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Cumulative: confirms everything up to 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8640" y="5029200"/>
            <a:ext cx="11064240" cy="640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0292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88720" y="50292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291840" y="5029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-&gt;  Server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675120" y="5029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connection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accepts a new SYN in any state, so a killed client can never leave it stuck.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Reliability: Go-Back-N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38   Smart-RUDP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5836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= cwnd packets in flight (fixed at 4 in Phase 4, then driven by cwnd)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sends cumulative ACKs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Retransmission timeout: 500 ms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retransmit after 3 duplicate ACKs, no waiting for the timer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Checksum failures are dropped, then recovered by retransmission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1371600"/>
            <a:ext cx="4023360" cy="219456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508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0" y="201168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netem 20% loss capture we saw 12 timeouts spaced about 500 ms apart.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589520" y="3840480"/>
            <a:ext cx="4023360" cy="182880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0" y="44805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2,442-byte message reassembled correctly.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Congestion control: AIMD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38   Smart-RUDP</a:t>
            </a:r>
            <a:endParaRPr lang="en-US" sz="1000" dirty="0"/>
          </a:p>
        </p:txBody>
      </p:sp>
      <p:pic>
        <p:nvPicPr>
          <p:cNvPr id="4" name="Image 0" descr="fig2_cwnd_loss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0408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76072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runs at 0%, 10%, 20% and 40% simulated loss. Red = timeout, green = fast retransmit.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863840" y="1371600"/>
            <a:ext cx="3840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start: cwnd +1 per ACK, below ssthresh 16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Avoidance: cwnd + 1/cwnd per ACK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dup ACKs: cwnd halves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Timeout: cwnd resets to 1, ssthresh halves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at 32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we tested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38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66160" cy="329184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Built-in loss simulator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200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packets in code at a set percentage. Used for the benchmark.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566160" cy="329184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 / netem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80560" y="2011680"/>
            <a:ext cx="3200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kernel injects real loss on loopback. Used to validate behaviour.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046720" y="1371600"/>
            <a:ext cx="3566160" cy="329184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Wireshark / tshark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0" y="2011680"/>
            <a:ext cx="3200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in WSL, opened in Windows Wireshark. Confirmed handshake, ACKs, retransmissions.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5029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could not see WSL loopback from Windows, so we captured with tshark inside WSL and copied the file across.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Benchmark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38   Smart-RUDP</a:t>
            </a:r>
            <a:endParaRPr lang="en-US" sz="1000" dirty="0"/>
          </a:p>
        </p:txBody>
      </p:sp>
      <p:pic>
        <p:nvPicPr>
          <p:cNvPr id="4" name="Image 0" descr="fig3_benchmark_du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669280" cy="3259836"/>
          </a:xfrm>
          <a:prstGeom prst="rect">
            <a:avLst/>
          </a:prstGeom>
        </p:spPr>
      </p:pic>
      <p:pic>
        <p:nvPicPr>
          <p:cNvPr id="5" name="Image 1" descr="fig4_benchmark_final_cw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486400" cy="3154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 of 62 packets delivered at every loss level, from 0% to 40%.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Problems we hit and fixed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38   Smart-RUDP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Problem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Fix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stuck after killed client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 SYN in any state (was a 15.5 s hang)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Leftover netem rule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tc qdisc show dev lo, delete before each test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Wireshark saw nothing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 with tshark inside WSL, then copy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Shell portability in benchmark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Replaced date/grep tricks with awk and sed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Literature behind the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38   Smart-RUDP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Jacobson &amp; Karels (1988): congestion avoidance and control, the origin of AIMD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 &amp; Jain (1989): why additive increase, multiplicative decrease converges fairly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5681 (2009): TCP congestion control standard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Ha, Rhee, Xu (2008): CUBIC, our future-work direction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Langley et al. (2017) and RFC 9000: QUIC, reliable transport over UDP in production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Midhula &amp; Arun Raj Kumar (2024) and Cao et al. (2023, DRLFcc): deep reinforcement learning for congestion control, the idea behind Smart-RUDP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researcher: Van Jacobson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 design: OSPF topology in Packet Tracer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38   Smart-RUDP</a:t>
            </a:r>
            <a:endParaRPr lang="en-US" sz="1000" dirty="0"/>
          </a:p>
        </p:txBody>
      </p:sp>
      <p:pic>
        <p:nvPicPr>
          <p:cNvPr id="4" name="Image 0" descr="topology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7863840" cy="42324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128016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routers, OSPF area 0 (R1-R2-R3 triangle, R4 branch)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VLANs, router-on-a-stick, DHCP on R1 and R4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list: student to staff blocked (verified)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Routes: server LAN metric 2 via R3, branch metric 3 via R2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Failover: shut R1 Gi0/2, 70/71 pings, reroute via R2 (metric 3)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tested in Packet Tracer: OSPF adjacencies, routes, ACL and failover all verified.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Packet Tracer results: routes, failover, ACL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38   Smart-RUDP</a:t>
            </a:r>
            <a:endParaRPr lang="en-US" sz="1000" dirty="0"/>
          </a:p>
        </p:txBody>
      </p:sp>
      <p:pic>
        <p:nvPicPr>
          <p:cNvPr id="4" name="Image 0" descr="pt_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3584448" cy="3017520"/>
          </a:xfrm>
          <a:prstGeom prst="rect">
            <a:avLst/>
          </a:prstGeom>
        </p:spPr>
      </p:pic>
      <p:pic>
        <p:nvPicPr>
          <p:cNvPr id="5" name="Image 1" descr="pt_failo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097280"/>
            <a:ext cx="3017520" cy="3017520"/>
          </a:xfrm>
          <a:prstGeom prst="rect">
            <a:avLst/>
          </a:prstGeom>
        </p:spPr>
      </p:pic>
      <p:pic>
        <p:nvPicPr>
          <p:cNvPr id="6" name="Image 2" descr="pt_ac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097280"/>
            <a:ext cx="4023360" cy="30175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48640" y="4206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OSPF routes on R1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4297680" y="4206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 failure: 70/71 pings, reroute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7498080" y="4206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ACL: student blocked, staff allowed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548640" y="475488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LAN metric 2 via R3, branch LAN metric 3 via R2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Shutting R1 Gi0/2: traffic reroutes via R2, only 1 of 71 pings lost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PC gets "destination unreachable" to staff; server still reachable (TTL 126)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Smart-RUDP: a Q-learning window controller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38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66160" cy="310896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(80)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200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RTT ratio x loss fraction x window size, sampled once per RTT.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566160" cy="310896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(5)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80560" y="2011680"/>
            <a:ext cx="3200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cwnd by 0.5, 0.85, 1.0, 1.15 or 1.5.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046720" y="1371600"/>
            <a:ext cx="3566160" cy="310896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Reward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0" y="2011680"/>
            <a:ext cx="3200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gained, minus delay growth, minus retransmissions.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48463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Go-Back-N reliability as the baseline; only the window policy changes. Paths emulated in-program: 5G-like, lossy wireless, satellite-like.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AI agent in our code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38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669280" cy="420624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34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src/rl_cc.h  (agent, simplified)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53949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state: 4 x 4 x 5 = 80 buckets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(rtt_bucket*4 + loss_bucket)*5 + cwnd_bucket;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choose: explore with prob. eps, else best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rl_choose(a, s)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(rand01() &lt; a-&gt;eps) return rand() % 5;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argmax(a-&gt;q[s]);        // 5 actions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learn: the Q-learning update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rl_update(a, s, act, r, s2)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target = r + a-&gt;gamma * max(a-&gt;q[s2]);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a-&gt;q[s][act] += a-&gt;alpha * (target - a-&gt;q[s][act]);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188720"/>
            <a:ext cx="5394960" cy="420624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src/smart_client.c  (decision loop, simplified)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46520" y="1600200"/>
            <a:ext cx="5120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once per RTT, in smart_client.c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 = rtt / base_rtt;   lossf = losses / sent;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reward = sqrt(throughput_norm)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- 0.5 * max(0, ratio - 1)   // delay growth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- 4.0 * lossf;              // loss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rl_update(&amp;ag, prev_s, prev_a, reward, s2);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   = rl_choose(&amp;ag, s2);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cwnd *= {0.5, 0.85, 1.0, 1.15, 1.5}[act];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55778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Q-learning: alpha 0.15, gamma 0.9. Chat version: web/cc.py, trained in web/train.py (results/q_chat.txt). Deep version: web/dqn.py, a small neural network (5-32-32-5) trained by DQN in web/train_deep.py.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Smart-RUDP vs AIMD: honest result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38   Smart-RUDP</a:t>
            </a:r>
            <a:endParaRPr lang="en-US" sz="1000" dirty="0"/>
          </a:p>
        </p:txBody>
      </p:sp>
      <p:pic>
        <p:nvPicPr>
          <p:cNvPr id="4" name="Image 0" descr="sm_fig1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11064240" cy="36210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93776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evaluation runs per scenario after 40 training episodes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faster: +63% time on 5G-like, +10% on satellite, tie on lossy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retransmissions on 5G-like and satellite, but within run-to-run noise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training rounds were much worse; reported run is the final configuration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Wireshark: RUDP dissector and traces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38   Smart-RUDP</a:t>
            </a:r>
            <a:endParaRPr lang="en-US" sz="1000" dirty="0"/>
          </a:p>
        </p:txBody>
      </p:sp>
      <p:pic>
        <p:nvPicPr>
          <p:cNvPr id="4" name="Image 0" descr="wireshark_seq_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7863840" cy="27165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95360" y="1280160"/>
            <a:ext cx="3200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rudp.lua decodes seq, ack, flags, checksum, length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 smartrudp.flags.data == 1, smartrudp.seq == 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packets, lossy path: 87 (AIMD) and 95 (Smart) repeated data segments seen at the receiver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exported by the program, topology addresses, handshake not included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Wireshark: real capture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38   Smart-RUDP</a:t>
            </a:r>
            <a:endParaRPr lang="en-US" sz="1000" dirty="0"/>
          </a:p>
        </p:txBody>
      </p:sp>
      <p:pic>
        <p:nvPicPr>
          <p:cNvPr id="4" name="Image 0" descr="ws_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3840480" cy="4456406"/>
          </a:xfrm>
          <a:prstGeom prst="rect">
            <a:avLst/>
          </a:prstGeom>
        </p:spPr>
      </p:pic>
      <p:pic>
        <p:nvPicPr>
          <p:cNvPr id="5" name="Image 1" descr="ws_ret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6949440" cy="343128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63440" y="4663440"/>
            <a:ext cx="6949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SYN, SYN-ACK, ACK decoded by the smartrudp dissector (filter frame.number &lt;= 3)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 smartrudp.seq == N shows the same segment sent twice, a retransmission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Demo: RUDP Chat over the internet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38   Smart-RUDP</a:t>
            </a:r>
            <a:endParaRPr lang="en-US" sz="1000" dirty="0"/>
          </a:p>
        </p:txBody>
      </p:sp>
      <p:pic>
        <p:nvPicPr>
          <p:cNvPr id="4" name="Image 0" descr="web_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7223760" cy="44655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55280" y="1188720"/>
            <a:ext cx="38404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message is one RUDP segment: numbered, checksummed, ACKed in order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UI via a small gateway; terminal version too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machines linked over Tailscale (laptop and phone)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slider: lost messages are resent and still arrive in order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controller switch: fixed, AIMD or Smart-RUDP (Q-learning, learns live)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Retrained for the chat: faster than AIMD on 5 of 6 held-out paths, equal on 1 (Table 11)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test, 48 unseen paths: table 3.73 s, deep (DQN) 3.20 s, AIMD 7.16 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agent is seed-sensitive, so picked on validation paths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More evidence: baselines, SACK, reordering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38   Smart-RUDP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371600"/>
                <a:gridCol w="1188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48 paths, original simulator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Median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UDP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 delivered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 model (selective ACK)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4.56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1.48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RUDP fixed window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3.88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RUDP AIMD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7.16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2.72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Smart-RUDP, 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3.73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1.99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Smart-RUDP, deep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3.20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1.79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309360" y="118872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ACK (simulated): AIMD mean 7.16 s to 4.90 s, median 2.72 s to 1.44 s; faster on 34 of 48 paths. Go-Back-N is the main weakness.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Reordering (20 ms jitter): AIMD 0.82 s to 6.79 s; deep agent 0.93 s; SACK removes most of the damage.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20-run intervals for the C experiments: Smart slower on 5G-like (+0.92 s) and satellite-like (+6.3 s), tie on lossy.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5120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this simulator allowed a dup-ACK retransmission storm. With the realistic rule, stress means are AIMD 7.75 s, neural 7.27 s: about level. The TCP row is a model, not kernel TCP.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Neural agent in the C transport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38   Smart-RUDP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658368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280160"/>
                <a:gridCol w="146304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1,200 packets, C transport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AIMD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Table (rl2)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Neural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5G-like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1.38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2.64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Lossy wireless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9.13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7.54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6.63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Satellite-like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17.9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38.1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406640" y="1188720"/>
            <a:ext cx="42976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agent beats AIMD on all three paths: 15%, 27%, 24% faster (95% intervals exclude zero)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agent does not generalise: slower on 5G-like and satellite-like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ACK in C: about 10x fewer retransmissions, no significant time change here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Caveats: trained in a simulator; emulated paths (not real networks); agent retransmits more on random loss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384048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runs per cell (satellite: 8), 95% intervals. Equal-cap check (AIMD capped at 32, 10 runs): neural still wins by 19%, 29%, 28%, all significant (eval_ci4.sh).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Fairness, ablations, chat fixes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38   Smart-RUDP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58521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28016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Two flows, one bottleneck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Share of 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Jain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AIMD vs AIMD (long path)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vs deep (long path)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vs AIMD (no-loss path)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vs AIMD (long path)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8 vs AIMD (long path)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766560" y="1188720"/>
            <a:ext cx="50292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on short paths; takes 74% against AIMD on the 120 ms path, like a fixed window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Ablation: the no-shrink mask is what matters (6.54 s without it, about 3.3 s with it; AIMD 7.16 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parts (delay penalty, last action, throughput input) showed no measurable value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recipe gave 3.2 to 7.4 s across seeds: seed sensitivity is a real weakness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and fixed a dup-ACK retransmission storm in the chat gateway; added a live dashboard and an adaptive RTO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38404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Simulator, 20 seeds; ablation on 48 stress paths. Code: web/fairness_test.py, web/ablate.py.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 net: hand over to AIMD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/ 38   Smart-RUDP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60350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97280"/>
                <a:gridCol w="1188720"/>
                <a:gridCol w="12801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 transport, seconds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AIMD 32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Neural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Hybrid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5G-like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Lossy 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Satellite-like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Hostile, 10%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949440" y="1188720"/>
            <a:ext cx="48463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found: at 10% loss the neural agent is 7x slower than AIMD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while a decision interval loses 10% or more, AIMD drives the window; after 3 clean intervals the agent resumes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wins on the three benign paths, and the hostile path is no longer significantly different from AIMD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timeout cut (x0.25) was tried and dropped: it helped the hostile path but hurt the 2% path (24 s vs 9 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summary: the agent helps on clean-to-moderate paths; it needs a classical safety net elsewhere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384048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runs per cell (hostile: 5 runs, 300 packets), 95% intervals. Flag: --hybrid 0.10. Code: eval_ci6.sh.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Selective Repeat is now the default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/ 38   Smart-RUDP</a:t>
            </a:r>
            <a:endParaRPr lang="en-US" sz="1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60350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188720"/>
                <a:gridCol w="1188720"/>
                <a:gridCol w="11887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 transport, seconds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AIMD 32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Neural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Gain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5G-like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Lossy 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Satellite-like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Hostile, 10%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949440" y="1188720"/>
            <a:ext cx="48463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buffers out-of-order packets (64 window) and reports them in a bitmap in every ACK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Sender: one timer per packet; resends only the missing ones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Retransmissions drop about 10x; web chat 200 messages: 6.4 s vs 11.9 s (AIMD)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neural agent now wins by more, and the 10% loss failure was mostly a Go-Back-N effect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Go-Back-N kept for comparison: --gbn / RUDP_GBN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384048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runs per cell (hostile: 5), 95% intervals, all gains significant except the hostile row. Code: eval_ci7.sh.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results: tuned baselines, real clock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 / 38   Smart-RUDP</a:t>
            </a:r>
            <a:endParaRPr lang="en-US" sz="1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65836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97280"/>
                <a:gridCol w="1097280"/>
                <a:gridCol w="1097280"/>
                <a:gridCol w="10972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Path (seconds)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AIMD cap 32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AIMD tuned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CUBIC tuned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Neural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5G-like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Lossy 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Satellite-like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(3,000 pkts)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Hostile 10%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406640" y="1188720"/>
            <a:ext cx="43891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agent fastest on 4 of 5 paths; significantly faster than tuned AIMD on all four: -15%, -49%, -52%, -52%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tuned CUBIC on lossy (-74%) and satellite (-34%); equal on 5G-like and fast; CUBIC is 2x slower than AIMD at 2% loss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Hostile 10% loss: no significant difference between any two policies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Retransmissions now low (3, 6, 4 packets): the old 262 were spurious timeouts, fixed with a timer floor that AIMD also benefits from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42062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clock, real server process, 10 paired runs per path (hostile: 5), 95% intervals. eval_final.sh. Every policy uses the same timer, window cap rules and Selective Repeat.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sockets found what the emulator could not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/ 38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611880" cy="329184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Lost handshake ACK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2461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ignored all data after a lost final ACK: transfers hung (2 of 4 runs at 10% loss). Fixed as in TCP; regression test added.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297680" y="1280160"/>
            <a:ext cx="3611880" cy="329184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4173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Spurious timeouts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80560" y="1920240"/>
            <a:ext cx="32461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too tight for window bursts: 262 retransmissions for ~3 losses. Floor of 1.3 x srtt. It also made AIMD 41% faster, so the old margins were too big.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046720" y="1280160"/>
            <a:ext cx="3611880" cy="329184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4173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Weak checksum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0" y="1920240"/>
            <a:ext cx="32461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Byte-sum checksum let 2% of corrupted packets through (fuzzer). Now CRC-16: 0 of 333k accepted, sanitizers clean.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4892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check on real UDP sockets through an impairment proxy (src/impair.c): neural agent -17% / -53% / -45% / -39% vs tuned AIMD on 5G / lossy / satellite / fast; hostile path a tie. eval_proxy.sh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fast, faithful C simulator, and what it showed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/ 38   Smart-RUDP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498080" y="118872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--vt 1: the real C sender with a simulated receiver and clock, about 1000x faster; matches the real-clock runs in 15 of 15 cells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random held-out paths: neural agent 0.53x the time of tuned AIMD, faster on 89, never &gt;20% slower (tuned CUBIC: slower by &gt;20% on 27)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factors: window cap 128, pacing, timer floor, slow start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Evolution-strategy retraining in C: +2% only, not adopted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Fairness and file transfer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/ 38   Smart-RUDP</a:t>
            </a:r>
            <a:endParaRPr lang="en-US" sz="1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914400"/>
                <a:gridCol w="914400"/>
                <a:gridCol w="10058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Two flows, real sockets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Share 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Share 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Jain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AIMD vs AIMD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vs neural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vs AIMD tuned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vs AIMD cap 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CUBIC vs AIMD tuned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5486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188720"/>
                <a:gridCol w="10972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File transfer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AIMD cap 32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AIMD tuned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Neural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MB, lossy 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26.6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24.2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MB, fast path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34.6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21.0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0" y="1188720"/>
            <a:ext cx="53035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 a more aggressive neighbour than AIMD or CUBIC: no starvation, but not polite. Not trained for fairness; TCP coexistence untested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smart_client --file sends a real file; the received file is byte-identical in every run (FNV-1a hash)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chat and web gateway now use the same 256-packet window and 32-byte bitmap as the C transport; interop test at 20% loss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CI, fuzzing, MIT licence, architecture doc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Seeing the difference: the window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/ 38   Smart-RUDP</a:t>
            </a:r>
            <a:endParaRPr lang="en-US" sz="1000" dirty="0"/>
          </a:p>
        </p:txBody>
      </p:sp>
      <p:pic>
        <p:nvPicPr>
          <p:cNvPr id="4" name="Image 0" descr="fig_cwnd_ag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31520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38160" y="1371600"/>
            <a:ext cx="3657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lossy path, same seed, same transport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AIMD (grey) saws between 5 and 15 packets and needs 9 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(green) rides much higher, backs off on loss, and finishes in 4 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Regenerate: make figures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Closing gaps: fairness and cross traffic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/ 38   Smart-RUDP</a:t>
            </a:r>
            <a:endParaRPr lang="en-US" sz="1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53949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46304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Neural vs tuned AIMD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Agent share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Jain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--polite 1.2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--polite 1.3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--polite 1.5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188720"/>
          <a:ext cx="53949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Bursty cross traffic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vs AIMD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AIMD tuned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5.73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CUBIC tuned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4.55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agent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4.87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Neural, polite 1.3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4.92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347472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 mode: back off when a standing queue builds (jitter-aware). Share 70% to 52%; costs speed (0.53x to 0.58x of AIMD time on 100 paths, worst path 2.95x slower), so it is off by default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Bursty cross traffic (new proxy option, 8 runs): neural is 15% faster than tuned AIMD but level with CUBIC; three tweaks to fix its extra retransmissions did not help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now handles up to 16 clients at once; a test sends two files simultaneously and checks both byte-for-byte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Reality check: real kernel (tc/netem)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/ 38   Smart-RUDP</a:t>
            </a:r>
            <a:endParaRPr lang="en-US" sz="1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74980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97280"/>
                <a:gridCol w="1371600"/>
                <a:gridCol w="1280160"/>
                <a:gridCol w="13716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Path (500 packets)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TCP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AIMD tuned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Neural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vs AIMD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Lossy, 2%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4.75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1.35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5G-like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Satellite, 150 ms (3 runs)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1.91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2.92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Reordering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4.06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1.64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-60% (n.s.)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657600"/>
            <a:ext cx="10972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tc/netem on loopback, 5 runs per cell, 512-byte payloads for TCP, UDP and RUDP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beats tuned AIMD on a real kernel path: 65% to 83% faster, significant on three paths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TCP is still faster than us everywhere: 1.5x to 1.7x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a link with kernel TCP: the neural agent takes only 24% to 34% (AIMD 5% to 17%); it does not starve TCP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first runs were wrong four times (netem limit; untuned baseline; unequal payloads; synthetic 40-byte packets). Found, fixed, re-run, documented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 gaps: changing paths and a BBR baseline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/ 38   Smart-RUDP</a:t>
            </a:r>
            <a:endParaRPr lang="en-US" sz="1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78638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280160"/>
                <a:gridCol w="1097280"/>
                <a:gridCol w="1371600"/>
                <a:gridCol w="13716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Mean time (s)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AIMD tuned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CUBIC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BBR-style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Neural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Bandwidth drop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Bandwidth rise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 jump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Hand-over pattern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 lossy path (3,000 pkts)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Satellite-like path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114800"/>
            <a:ext cx="11064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 that change mid-transfer: neural fastest in 4 of 4 cases, at the cost of 1% to 6% retransmissions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simplified BBR beats tuned AIMD on 4 of 5 paths and is faster than the agent on the 2% lossy path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bugs in our own BBR (stall at 10% loss; 163 s after a delay jump) found by these tests and fixed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time, 20 paired seeds; not the Linux BBR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 gaps: fairness and trust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/ 38   Smart-RUDP</a:t>
            </a:r>
            <a:endParaRPr lang="en-US" sz="1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6400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188720"/>
                <a:gridCol w="1645920"/>
                <a:gridCol w="11887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Two identical flows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Extra RTT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Share short-RTT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Jain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AIMD / AIMD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/ neural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743200"/>
            <a:ext cx="11064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flows are fairer than AIMD under unequal RTTs, but still favour the short-RTT flow (6 pairs per cell)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depth-5 decision tree matches the network on only 79% of decisions, yet gives the same transfer time on 4 of 5 paths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of 0.2 on the inputs costs at most 12%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interval-bound certification: 43% of decisions at +-0.001, none at +-0.03. It is robust in practice but not proven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Coexistence with kernel TCP: neural takes 24% to 34% of a shared link, so it does not starve TCP (3 runs per cell)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run between two machines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/ 38   Smart-RUDP</a:t>
            </a:r>
            <a:endParaRPr lang="en-US" sz="1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78638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97280"/>
                <a:gridCol w="1097280"/>
                <a:gridCol w="1280160"/>
                <a:gridCol w="1188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Time (s)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TCP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AIMD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CUBIC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BBR-style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Neural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 1 (clean)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 2 (clean)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931920"/>
            <a:ext cx="11064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laptops, different networks, Tailscale relay (about 79 ms RTT); 2 MB per transfer, 5 repetitions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RUDP works between real machines: every completed run delivered 4,000 of 4,000 packets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drifted (TCP alone 2 s to 51 s) and 4 of 20 RUDP runs timed out, so this is a demonstration, not a ranking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reps: kernel TCP 2x to 6x faster; rep 1 the neural agent beat AIMD (4.7 s vs 14.2 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repeat on a direct local network with more reps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Learnings and future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 / 38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420624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50292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is a set of simple rules working together.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control matters as much as retransmission.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tools fail in surprising ways.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94960" cy="420624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50292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Fairness-aware training, TCP coexistence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real traces with cross traffic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gap to kernel TCP; controlled multi-machine tests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kernel TCP is 1.5x to 1.7x faster; one noisy two-machine run only; polite mode is a hand-made rule that costs speed; level with CUBIC under bursty cross traffic; no gain at 10% random loss; BBR-style baseline is faster on the 2% lossy path; coexistence with kernel TCP measured with only 3 runs per cell.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github.com/Capsturrrr/rudp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Harshavardhan Mallela   Rohit Arya   Shloak Sinha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Appendix: slow start and congestion avoidance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   Smart-RUDP</a:t>
            </a:r>
            <a:endParaRPr lang="en-US" sz="1000" dirty="0"/>
          </a:p>
        </p:txBody>
      </p:sp>
      <p:pic>
        <p:nvPicPr>
          <p:cNvPr id="4" name="Image 0" descr="fig1_cwnd_no_l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7498080" cy="3998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146304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cwnd starts at 1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per ACK until ssthresh = 16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+1/cwnd per ACK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packets, final cwnd 18.71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2026-10-11T20:56:23Z</dcterms:created>
  <dcterms:modified xsi:type="dcterms:W3CDTF">2026-10-11T20:56:23Z</dcterms:modified>
</cp:coreProperties>
</file>