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r>
              <a:t>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r>
              <a:t>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Start with the outcome. Against tuned AIMD, the neural agent is 15 to 52 percent faster on four of our five named paths, and ties on the hostile 10 percent loss path. On 100 random paths it needs 0.53 times the time and is never more than 20 percent slower.</a:t>
            </a:r>
          </a:p>
          <a:p>
            <a: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p>
          <a:p>
            <a:r>
              <a:t>It also works between two real laptops over the internet, and the whole system is there: the OSPF network, the Wireshark dissector, the chat and the RUDP Drop app. The caveat, which we come back to, is that kernel TCP is still faster.</a:t>
            </a:r>
          </a:p>
          <a:p/>
          <a:p>
            <a:r>
              <a:t>If asked: Is kernel TCP faster than your protocol? Yes, 1.5 to 1.7 times on every kernel path. Our claim is that our agent beats tuned AIMD and CUBIC inside our own transport, not that we beat the kernel.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a:p/>
          <a:p>
            <a:r>
              <a:t>If asked: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If asked: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Until now our real-socket tests ran through our own proxy. We repeated them on the Linux kernel itself, using tc netem, with kernel TCP in the same table.</a:t>
            </a:r>
          </a:p>
          <a:p>
            <a:r>
              <a:t>Against tuned AIMD the neural agent is 71 percent faster on the lossy path, 65 percent on the 5G-like path and 83 percent on the satellite path, all significant. On the reordering path it is 60 percent faster but that is not significant.</a:t>
            </a:r>
          </a:p>
          <a:p>
            <a:r>
              <a:t>Kernel TCP is still faster than our agent on every path, by one and a half to one and seven tenths. We are not claiming to beat TCP.</a:t>
            </a:r>
          </a:p>
          <a:p>
            <a:r>
              <a:t>We also put a kernel TCP flow and one RUDP flow on the same link. The neural agent takes 24 to 34 percent of it, so it does not starve TCP; tuned AIMD gets only 5 to 17 percent.</a:t>
            </a:r>
          </a:p>
          <a:p>
            <a:r>
              <a:t>Our first runs were wrong four times: the netem queue limit counted packets in flight, the baseline was untuned, the payload sizes differed, and finally RUDP was sending 40-byte synthetic packets. We found each one, fixed it, re-ran everything and documented it.</a:t>
            </a:r>
          </a:p>
          <a:p/>
          <a:p>
            <a:r>
              <a:t>If asked: 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a:p/>
          <a:p>
            <a:r>
              <a:t>If asked: Is your BBR the real one? No: a simplified version with no ProbeRTT and no BBRv3 loss response; the comparison is against a BBR-style policy.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Kernel TCP coexistence is measured: the neural agent takes 24 to 34 percent of a shared link, so it does not starve TCP, with only three runs per cell.</a:t>
            </a:r>
          </a:p>
          <a:p/>
          <a:p>
            <a:r>
              <a:t>If asked: Did you test against kernel TCP? Yes, on kernel netem: the neural agent took 24 to 34 percent of a shared link, three runs per cell on one laptop.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[0:45] Until now every test ran on one computer. We ran the sender on one laptop and the receiver on another, on different networks, joined by Tailscale. It could not connect directly, so traffic went through a relay, about 79 milliseconds round trip.</a:t>
            </a:r>
          </a:p>
          <a:p>
            <a:r>
              <a:t>RUDP works between real machines: every transfer that finished delivered all 4,000 packets, with all four policies.</a:t>
            </a:r>
          </a:p>
          <a:p>
            <a: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p>
          <a:p/>
          <a:p>
            <a:r>
              <a:t>If asked: Why not a better test? The other laptop was a one-time setup over the internet; the next step is a direct local network with more repetitions.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r>
              <a:t>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r>
              <a:t>Fields are packed byte by byte so compiler padding never changes the wire format.</a:t>
            </a:r>
          </a:p>
          <a:p>
            <a:r>
              <a:t>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Correctness first: unit, end-to-end, handshake, file-integrity, chat and simulator tests, and the packet parser is fuzzed under AddressSanitizer.</a:t>
            </a:r>
          </a:p>
          <a:p>
            <a:r>
              <a:t>For speed we use virtual time, which is the same C sender on a simulated clock. We checked it against the real clock, and it agreed in all 15 of 15 cells. We use paired seeds with 95 percent intervals and keep tuning seeds apart from test seeds.</a:t>
            </a:r>
          </a:p>
          <a:p>
            <a:r>
              <a:t>Realism comes in four steps: emulation in the client, a separate proxy on real sockets, the Linux kernel with netem, and two laptops over the internet. Every result has its command in the report.</a:t>
            </a:r>
          </a:p>
          <a:p/>
          <a:p>
            <a:r>
              <a:t>If asked: Did you make mistakes? Yes, and we logged them: untuned baselines, unequal payloads, and synthetic 40-byte packets in the kernel test, each found,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a:p/>
          <a:p>
            <a:r>
              <a:t>If asked: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Now the issues, and we list them plainly. Our first learned controller, a Q-table, was not faster than AIMD. At 10 percent random loss the neural agent was 7 times slower, 85 seconds against 11.</a:t>
            </a:r>
          </a:p>
          <a:p>
            <a:r>
              <a:t>Real sockets exposed a lost-handshake hang, spurious timeouts, 262 retransmissions for about 3 losses, and a weak checksum. Our early baselines were weak: untuned AIMD made the first wins look bigger than they are.</a:t>
            </a:r>
          </a:p>
          <a:p>
            <a:r>
              <a:t>Our own kernel tests were wrong four times and our first BBR-style baseline had two bugs. And the agent is a pushier neighbour than AIMD or CUBIC. Each of these has a fix on the next slide.</a:t>
            </a:r>
          </a:p>
          <a:p/>
          <a:p>
            <a:r>
              <a:t>If asked: How did you find these? By testing on real sockets and the kernel, comparing against tuned baselines, and checking our own numbers, for example a goodput above the link rate gave away the 40-byte packet bug.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Every issue led to a change. Go-Back-N with a fixed timer became Selective Repeat with bitmap ACKs, per-packet timers and an adaptive timer, about 10 times fewer retransmissions. The byte-sum checksum became CRC-16.</a:t>
            </a:r>
          </a:p>
          <a:p>
            <a:r>
              <a:t>The lost-handshake hang was fixed as TCP does it. The Q-table became a small neural network with a bigger window cap, slow start and pacing. The 10 percent loss collapse is handled by handing over to AIMD while loss is high: 13.9 seconds instead of 84.9.</a:t>
            </a:r>
          </a:p>
          <a:p>
            <a:r>
              <a:t>We tuned the AIMD and CUBIC baselines so every win is against a fair opponent, and we fixed our test methodology and re-ran the kernel tests.</a:t>
            </a:r>
          </a:p>
          <a:p/>
          <a:p>
            <a:r>
              <a:t>If asked: Which change mattered most? The ablation says window cap 128, pacing, the timer floor and slow start do most of the work, and the hand-over is what makes the hostile path safe.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r>
              <a:t>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If asked: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is still not good. Kernel TCP is 1.5 to 1.7 times faster than our agent. Against tuned AIMD the agent takes about 70 percent of a shared link, and the polite mode that fixes it costs speed.</a:t>
            </a:r>
          </a:p>
          <a:p>
            <a:r>
              <a:t>It is level with CUBIC under bursty cross traffic, it gains nothing at 10 percent random loss, and the BBR-style baseline is faster on the 2 percent lossy path.</a:t>
            </a:r>
          </a:p>
          <a:p>
            <a:r>
              <a:t>It is not formally verified: only 43 percent of decisions are certified at plus or minus 0.001. It was trained in a simulator. The two-machine run was one drifting relay path with four timeouts, so we claim no ranking from it.</a:t>
            </a:r>
          </a:p>
          <a:p/>
          <a:p>
            <a:r>
              <a:t>If asked: What would you do next? A direct-network multi-machine run with more repetitions, training with a competing flow so fairness is learned, and training on real traces.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r>
              <a:t>The limits are on the previous slide; in short: only one noisy two-machine run, the agent is not a polite neighbour, there is no gain at 10 percent random loss, and the tabular agent did not beat AIMD.</a:t>
            </a:r>
          </a:p>
          <a:p>
            <a:r>
              <a:t>Next: fairness-aware training with TCP coexistence, training on real traces, and controlled multi-machine tests.</a:t>
            </a:r>
          </a:p>
          <a:p/>
          <a:p>
            <a:r>
              <a:t>If asked: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40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40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40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Results at a glance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40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389120"/>
                <a:gridCol w="6675120"/>
              </a:tblGrid>
              <a:tr h="47548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What we measured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Result</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Five named paths vs tuned AIMD (real clock)</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15% to 52% faster on four paths; a tie on the hostile 10%-loss path</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100 random held-out paths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0.53x the time of tuned AIMD; faster on 89; never more than 20% slower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Real Linux kernel (netem)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60% to 83% faster than tuned AIMD (the reordering path is not significant)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Paths that change mid-transfer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Fastest in 4 of 4 cases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Two flows with unequal RTT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Jain fairness 0.84, against 0.64 for AIMD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to a kernel TCP flow</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Takes 24% to 34% of the link; does not starve TCP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Between two real laptops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Works over the internet; every completed transfer delivered in full</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The whole system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OSPF network, Wireshark dissector, chat over the internet, RUDP Drop app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Caveat, covered later: kernel TCP is still 1.5x to 1.7x faster than our agent, and the first versions had problems we found and fixed.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40   Smart-RUDP</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40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Reality check: real kernel (tc/netem)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40   Smart-RUDP</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0.43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 (3 runs)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-60%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tc/netem on loopback, 5 runs per cell, 512-byte payloads for TCP, UDP and RUDP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beats tuned AIMD on a real kernel path: 65% to 83% faster, significant on three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TCP is still faster than us everywhere: 1.5x to 1.7x</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Sharing a link with kernel TCP: the neural agent takes only 24% to 34% (AIMD 5% to 17%); it does not starve TCP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Our first runs were wrong four times (netem limit; untuned baseline; unequal payloads; synthetic 40-byte packets). Found, fixed, re-run, documented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changing paths and a BBR baseline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40   Smart-RUDP</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Paths that change mid-transfer: neural fastest in 4 of 4 cases, at the cost of 1% to 6% retransmissions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simplified BBR beats tuned AIMD on 4 of 5 paths and is faster than the agent on the 2% lossy path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Two bugs in our own BBR (stall at 10% loss; 163 s after a delay jump) found by these tests and fixed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Virtual time, 20 paired seeds; not the Linux BBR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fairness and trust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40   Smart-RUDP</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flows are fairer than AIMD under unequal RTTs, but still favour the short-RTT flow (6 pairs per cell)</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depth-5 decision tree matches the network on only 79% of decisions, yet gives the same transfer time on 4 of 5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Noise of 0.2 on the inputs costs at most 12%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Formal interval-bound certification: 43% of decisions at +-0.001, none at +-0.03. It is robust in practice but not proven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Coexistence with kernel TCP: neural takes 24% to 34% of a shared link, so it does not starve TCP (3 runs per cell)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First run between two machines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40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194560"/>
                <a:gridCol w="1005840"/>
                <a:gridCol w="1097280"/>
                <a:gridCol w="1097280"/>
                <a:gridCol w="128016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1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2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93192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Two laptops, different networks, Tailscale relay (about 79 ms RTT); 2 MB per transfer, 5 repetitions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RUDP works between real machines: every completed run delivered 4,000 of 4,000 packets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The path drifted (TCP alone 2 s to 51 s) and 4 of 20 RUDP runs timed out, so this is a demonstration, not a ranking</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Clean reps: kernel TCP 2x to 6x faster; rep 1 the neural agent beat AIMD (4.7 s vs 14.2 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Next: repeat on a direct local network with more reps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40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40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40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40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40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40   Smart-RUDP</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40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40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Selective Repeat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40   Smart-RUDP</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40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40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40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40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40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it was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40   Smart-RUDP</a:t>
            </a:r>
            <a:endParaRPr lang="en-US" sz="1000" dirty="0"/>
          </a:p>
        </p:txBody>
      </p:sp>
      <p:sp>
        <p:nvSpPr>
          <p:cNvPr id="4" name="Text 2"/>
          <p:cNvSpPr/>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Correctness: unit, end-to-end, handshake, file-integrity, chat and simulator tests (make test); packet parser fuzzed under AddressSanitizer and UBSan (make fuzz)</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Speed: virtual time, same C sender, checked against the real clock in 15 of 15 cells; paired seeds, 95% intervals, tuning seeds kept apart from test seeds</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Realism, in four steps: emulation in the client, a separate impairment proxy on real sockets, Linux kernel netem, and two laptops over the internet</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Every result in the report has the command that produced it (docs/RUNNING_ALL_TESTS.md)</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We also record our own mistakes: untuned baselines, unequal payloads and synthetic 40-byte packets were each caught, fixed and re-run</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40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Issues we found along the way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40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learned controller (a Q-table) was not faster than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At 10% random loss the neural agent was 7x slower than AIMD (85 s against 11 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Real sockets exposed a lost-handshake hang, spurious timeouts (262 retransmissions for about 3 losses) and a weak checksum</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baselines were weak: untuned AIMD (window cap 32) made early wins look bigger than they are</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own kernel tests were wrong four times: netem limit, untuned baseline, unequal payloads, synthetic 40-byte packets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BBR-style baseline stalled at 10% loss and took 163 s after a delay jump</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agent is a pushier neighbour than AIMD or CUBIC, and results vary with the training seed</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changed to make it better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40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023360"/>
                <a:gridCol w="7040880"/>
              </a:tblGrid>
              <a:tr h="56692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Before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After</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Go-Back-N with a fixed 500 ms timer</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Selective Repeat: bitmap ACKs, per-packet timers, adaptive timer with a 1.3 x srtt floor; about 10x fewer retransmissions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Byte-sum checksum</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CRC-16: 0 of 333k corrupted packets accepted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Server ignored data after a lost final handshake ACK</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Handled as in TCP, with a regression test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Q-table agent, window cap 32</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5-32-32-5 neural network, cap 128, slow start, pacing</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Neural agent 7x slower than AIMD at 10% loss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Hand-over to AIMD while loss is high: 13.9 s instead of 84.9 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Untuned AIMD and CUBIC baselines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Tuned baselines, so every win is against a fair opponent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Faulty kernel and BBR tests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Netem limit, equal payloads and real 512-byte packets; kernel runs repeated; BBR stall and slow recovery fixed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40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40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Our first learned agent: an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40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40   Smart-RUDP</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40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40   Smart-RUDP</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36 / 40   Smart-RUDP</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37 / 40   Smart-RUDP</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38 / 40   Smart-RUDP</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Limits we state openly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39 / 40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Kernel TCP is still 1.5x to 1.7x faster than the neural agent on every kernel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Against tuned AIMD the agent takes about 70% of a shared link; the optional polite mode fixes that but costs speed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Level with CUBIC under bursty cross traffic; no gain at 10% random loss; the BBR-style baseline is faster on the 2% lossy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Not formally verified: certified at +-0.001 for only 43% of decisions; trained in a simulator, never on real traces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Two-machine run: one drifting relay path, 4 of 20 runs timed out, so no ranking is claimed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Coexistence with kernel TCP: 3 runs per cell</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40 / 40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controlled multi-machine tests</a:t>
            </a:r>
            <a:endParaRPr lang="en-US" sz="2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2026-10-11T21:23:09Z</dcterms:created>
  <dcterms:modified xsi:type="dcterms:W3CDTF">2026-10-11T21:23:09Z</dcterms:modified>
</cp:coreProperties>
</file>