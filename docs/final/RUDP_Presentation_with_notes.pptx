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Completion time saved against tuned AIMD (%)</a:t>
            </a:r>
          </a:p>
        </c:rich>
      </c:tx>
      <c:layout/>
      <c:overlay val="0"/>
    </c:title>
    <c:autoTitleDeleted val="0"/>
    <c:plotArea>
      <c:layout/>
      <c:barChart>
        <c:barDir val="col"/>
        <c:grouping val="clustered"/>
        <c:varyColors val="0"/>
        <c:ser>
          <c:idx val="0"/>
          <c:order val="0"/>
          <c:tx>
            <c:strRef>
              <c:f>Sheet1!$B$1</c:f>
              <c:strCache>
                <c:ptCount val="1"/>
                <c:pt idx="0">
                  <c:v>Real clock, emulated paths</c:v>
                </c:pt>
              </c:strCache>
            </c:strRef>
          </c:tx>
          <c:spPr>
            <a:solidFill>
              <a:srgbClr val="39FF88"/>
            </a:solidFill>
            <a:effectLst/>
          </c:spPr>
          <c:invertIfNegative val="0"/>
          <c:dLbls>
            <c:numFmt formatCode="0&quot;%&quot;" sourceLinked="0"/>
            <c:txPr>
              <a:bodyPr/>
              <a:lstStyle/>
              <a:p>
                <a:pPr>
                  <a:defRPr b="0" i="0" strike="noStrike" sz="1300" u="none">
                    <a:solidFill>
                      <a:srgbClr val="E6EDF3"/>
                    </a:solidFill>
                    <a:latin typeface="Arial"/>
                  </a:defRPr>
                </a:pPr>
              </a:p>
            </c:txPr>
            <c:showLegendKey val="0"/>
            <c:showVal val="1"/>
            <c:showCatName val="0"/>
            <c:showSerName val="0"/>
            <c:showPercent val="0"/>
            <c:showBubbleSize val="0"/>
            <c:showLeaderLines val="0"/>
          </c:dLbls>
          <c:cat>
            <c:multiLvlStrRef>
              <c:f>Sheet1!$A$2:$A$4</c:f>
              <c:multiLvlStrCache>
                <c:ptCount val="3"/>
                <c:lvl>
                  <c:pt idx="0">
                    <c:v>5G-like</c:v>
                  </c:pt>
                  <c:pt idx="1">
                    <c:v>Lossy 2%</c:v>
                  </c:pt>
                  <c:pt idx="2">
                    <c:v>Satellite-like</c:v>
                  </c:pt>
                </c:lvl>
              </c:multiLvlStrCache>
            </c:multiLvlStrRef>
          </c:cat>
          <c:val>
            <c:numRef>
              <c:f>Sheet1!$B$2:$B$4</c:f>
              <c:numCache>
                <c:formatCode>General</c:formatCode>
                <c:ptCount val="3"/>
                <c:pt idx="0">
                  <c:v>15</c:v>
                </c:pt>
                <c:pt idx="1">
                  <c:v>49</c:v>
                </c:pt>
                <c:pt idx="2">
                  <c:v>52</c:v>
                </c:pt>
              </c:numCache>
            </c:numRef>
          </c:val>
        </c:ser>
        <c:ser>
          <c:idx val="1"/>
          <c:order val="1"/>
          <c:tx>
            <c:strRef>
              <c:f>Sheet1!$C$1</c:f>
              <c:strCache>
                <c:ptCount val="1"/>
                <c:pt idx="0">
                  <c:v>Real Linux kernel (netem)</c:v>
                </c:pt>
              </c:strCache>
            </c:strRef>
          </c:tx>
          <c:spPr>
            <a:solidFill>
              <a:srgbClr val="FFB000"/>
            </a:solidFill>
            <a:effectLst/>
          </c:spPr>
          <c:invertIfNegative val="0"/>
          <c:dLbls>
            <c:numFmt formatCode="0&quot;%&quot;" sourceLinked="0"/>
            <c:txPr>
              <a:bodyPr/>
              <a:lstStyle/>
              <a:p>
                <a:pPr>
                  <a:defRPr b="0" i="0" strike="noStrike" sz="1300" u="none">
                    <a:solidFill>
                      <a:srgbClr val="E6EDF3"/>
                    </a:solidFill>
                    <a:latin typeface="Arial"/>
                  </a:defRPr>
                </a:pPr>
              </a:p>
            </c:txPr>
            <c:showLegendKey val="0"/>
            <c:showVal val="1"/>
            <c:showCatName val="0"/>
            <c:showSerName val="0"/>
            <c:showPercent val="0"/>
            <c:showBubbleSize val="0"/>
            <c:showLeaderLines val="0"/>
          </c:dLbls>
          <c:cat>
            <c:multiLvlStrRef>
              <c:f>Sheet1!$A$2:$A$4</c:f>
              <c:multiLvlStrCache>
                <c:ptCount val="3"/>
                <c:lvl>
                  <c:pt idx="0">
                    <c:v>5G-like</c:v>
                  </c:pt>
                  <c:pt idx="1">
                    <c:v>Lossy 2%</c:v>
                  </c:pt>
                  <c:pt idx="2">
                    <c:v>Satellite-like</c:v>
                  </c:pt>
                </c:lvl>
              </c:multiLvlStrCache>
            </c:multiLvlStrRef>
          </c:cat>
          <c:val>
            <c:numRef>
              <c:f>Sheet1!$C$2:$C$4</c:f>
              <c:numCache>
                <c:formatCode>General</c:formatCode>
                <c:ptCount val="3"/>
                <c:pt idx="0">
                  <c:v>65</c:v>
                </c:pt>
                <c:pt idx="1">
                  <c:v>71</c:v>
                </c:pt>
                <c:pt idx="2">
                  <c:v>83</c:v>
                </c:pt>
              </c:numCache>
            </c:numRef>
          </c:val>
        </c:ser>
        <c:dLbls>
          <c:numFmt formatCode="0&quot;%&quot;" sourceLinked="0"/>
          <c:txPr>
            <a:bodyPr/>
            <a:lstStyle/>
            <a:p>
              <a:pPr>
                <a:defRPr b="0" i="0" strike="noStrike" sz="13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A344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8A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E6EDF3"/>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 Good morning ma'am. We are Harshavardhan, Rohit and Shloak.</a:t>
            </a:r>
          </a:p>
          <a:p>
            <a:r>
              <a:t>Our project is Smart-RUDP: a reliable transport protocol we built in C on top of UDP, plus a controller that learns how fast to send.</a:t>
            </a:r>
          </a:p>
          <a:p/>
          <a:p>
            <a:r>
              <a:t>If asked: Say the three names and the GitHub link once,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UDP is fast but gives no guarantees: packets can be lost, duplicated or reordered.</a:t>
            </a:r>
          </a:p>
          <a:p>
            <a:r>
              <a:t>TCP is reliable but sits inside the operating system, so you cannot see or change it.</a:t>
            </a:r>
          </a:p>
          <a:p>
            <a:r>
              <a:t>In 1986 the early Internet had congestion collapse: throughput fell from 32 Kbps to 40 bps. TCP's congestion control was invented to fix that.</a:t>
            </a:r>
          </a:p>
          <a:p>
            <a:r>
              <a:t>Our question: can we rebuild TCP's core ideas ourselves, on UDP?</a:t>
            </a:r>
          </a:p>
          <a:p/>
          <a:p>
            <a:r>
              <a:t>If asked: Q: Why not just use TCP? A: TCP cannot be changed or inspected; building our own makes every mechanism visible. QUIC and HTTP/3 do the same in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need: campus users send data to a server across a routed network. TCP is fixed in the kernel; UDP gives no guarantees.</a:t>
            </a:r>
          </a:p>
          <a:p>
            <a:r>
              <a:t>Our answer: RUDP, a readable and tunable transport, and Smart-RUDP, which learns the window from RTT and loss.</a:t>
            </a:r>
          </a:p>
          <a:p>
            <a:r>
              <a:t>Scenario: a student on VLAN 10 uploads to the server LAN. The ACL keeps students out of staff VLAN 20. If a core link fails, OSPF reroutes through R2: longer path, higher RTT, and the transport must adapt.</a:t>
            </a:r>
          </a:p>
          <a:p/>
          <a:p>
            <a:r>
              <a:t>If asked: Q: Is this just a lab exercise? A: A lab sends datagrams. We built reliability and congestion control on top, measured them, and used them in an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Four pieces: handshake, reliability, flow control and congestion control.</a:t>
            </a:r>
          </a:p>
          <a:p>
            <a:r>
              <a:t>About 670 lines of C across four source files, built in eight phases, on GitHub at Capsturrrr/rudp.</a:t>
            </a:r>
          </a:p>
          <a:p/>
          <a:p>
            <a:r>
              <a:t>If asked: Q: Who did what? A: Agree one answer as a team before you go 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Start with the outcome. Against tuned AIMD, the neural agent is 15 to 52 percent faster on four of our five named paths, and ties on the hostile 10 percent loss path. On 100 random paths it needs 0.53 times the time and is never more than 20 percent slower.</a:t>
            </a:r>
          </a:p>
          <a:p>
            <a:r>
              <a:t>It holds up on the real Linux kernel, 60 to 83 percent faster than tuned AIMD, it copes when the path changes mid-transfer, and it is fairer than AIMD between two flows with different round-trip times. Next to a kernel TCP flow it takes 24 to 34 percent of the link, so it does not starve TCP.</a:t>
            </a:r>
          </a:p>
          <a:p>
            <a:r>
              <a:t>It also works between two real laptops over the internet, and the whole system is there: the OSPF network, the Wireshark dissector, the chat and the RUDP Drop app. The caveat, which we come back to, is that kernel TCP is still faster.</a:t>
            </a:r>
          </a:p>
          <a:p/>
          <a:p>
            <a:r>
              <a:t>If asked: Is kernel TCP faster than your protocol? Yes, 1.5 to 1.7 times on every kernel path. Our claim is that our agent beats tuned AIMD and CUBIC inside our own transport, not that we beat the kernel.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This is the main result in one picture. Against tuned AIMD, which is a fair, tuned opponent, the neural agent saves 15 percent of the time on the 5G-like path, 49 percent on the lossy path and 52 percent on the satellite-like path on the real clock.</a:t>
            </a:r>
          </a:p>
          <a:p>
            <a:r>
              <a:t>On the real Linux kernel the savings are bigger, 65, 71 and 83 percent, and significant on all three. It is the same trained network everywhere, with no retuning.</a:t>
            </a:r>
          </a:p>
          <a:p/>
          <a:p>
            <a:r>
              <a:t>If asked: Why are kernel gains bigger? The kernel path has real queueing and loss and tuned AIMD is slow to recover there; we report both and do not average them.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scorecard against everything we compared with. Against tuned AIMD it is 15 to 52 percent faster on the real clock and 65 to 83 percent on the real kernel. Against AIMD with window 32, it is faster on every path; the 2 MB lossy file took 11.9 seconds against 26.6.</a:t>
            </a:r>
          </a:p>
          <a:p>
            <a:r>
              <a:t>Against tuned CUBIC it is much faster on lossy and satellite paths and equal on 5G and the fast path. Against the BBR-style baseline it wins satellite and fast, is level on 5G, and loses on the lossy path. The Q-table agent was slower than AIMD on two paths and the neural network beats AIMD on all three.</a:t>
            </a:r>
          </a:p>
          <a:p>
            <a:r>
              <a:t>Plain UDP delivered only 68 percent of packets in our simulation. Kernel TCP, which is what FTP and SCP run on, is faster than all RUDP variants: 1.5 to 1.7 times faster than our agent. We did not run an FTP client itself.</a:t>
            </a:r>
          </a:p>
          <a:p/>
          <a:p>
            <a:r>
              <a:t>If asked: Why is kernel TCP faster? It runs in the kernel with years of tuning and no per-packet system calls; ours is a user-space protocol over UDP. Our claim is about congestion control inside our own transport.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r>
              <a:t>One correction we want to be upfront about: earlier we reported bigger margins and 262 retransmissions on the fast path. That came from a timer that fired too early. Fixing it helped AIMD even more than the agent, so these numbers are the honest ones.</a:t>
            </a:r>
          </a:p>
          <a:p/>
          <a:p>
            <a:r>
              <a:t>If asked: Why did the margin shrink? A retransmission timer defect was hurting AIMD more than the agent. We found it by tracing the retransmissions, fixed it for every policy, and re-ran everything. Without the fix AIMD is 41 percent slower on random paths.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p>
          <a:p/>
          <a:p>
            <a:r>
              <a:t>If asked: Why does the agent's window jump around so much? It picks one of five multipliers about once per round trip, so it moves in steps; that is the cost of a learned policy with a coarse action set.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Until now our real-socket tests ran through our own proxy. We repeated them on the Linux kernel itself, using tc netem, with kernel TCP in the same table.</a:t>
            </a:r>
          </a:p>
          <a:p>
            <a:r>
              <a:t>Against tuned AIMD the neural agent is 71 percent faster on the lossy path, 65 percent on the 5G-like path and 83 percent on the satellite path, all significant. On the reordering path it is 60 percent faster but that is not significant.</a:t>
            </a:r>
          </a:p>
          <a:p>
            <a:r>
              <a:t>Kernel TCP is still faster than our agent on every path, by one and a half to one and seven tenths. We are not claiming to beat TCP.</a:t>
            </a:r>
          </a:p>
          <a:p>
            <a:r>
              <a:t>We also put a kernel TCP flow and one RUDP flow on the same link. The neural agent takes 24 to 34 percent of it, so it does not starve TCP; tuned AIMD gets only 5 to 17 percent.</a:t>
            </a:r>
          </a:p>
          <a:p>
            <a:r>
              <a:t>Our first runs were wrong four times: the netem queue limit counted packets in flight, the baseline was untuned, the payload sizes differed, and finally RUDP was sending 40-byte synthetic packets. We found each one, fixed it, re-ran everything and documented it.</a:t>
            </a:r>
          </a:p>
          <a:p/>
          <a:p>
            <a:r>
              <a:t>If asked: 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Two more research gaps we tested.</a:t>
            </a:r>
          </a:p>
          <a:p>
            <a:r>
              <a:t>First, paths that change during a transfer: we added a --dyn option so bandwidth and delay change mid-run.</a:t>
            </a:r>
          </a:p>
          <a:p>
            <a:r>
              <a:t>The neural agent was fastest in all four cases, 6 to 53 percent faster than tuned AIMD, but it retransmits 1 to 6 percent of packets.</a:t>
            </a:r>
          </a:p>
          <a:p>
            <a:r>
              <a:t>Second, a stronger baseline: a simplified BBR.</a:t>
            </a:r>
          </a:p>
          <a:p>
            <a:r>
              <a:t>It beats tuned AIMD on four of five paths and is actually faster than our agent on the 2 percent lossy path, 8.2 seconds against 9.8.</a:t>
            </a:r>
          </a:p>
          <a:p>
            <a:r>
              <a:t>Be honest that our BBR is a simplification and that two bugs in it were found and fixed by these tests.</a:t>
            </a:r>
          </a:p>
          <a:p/>
          <a:p>
            <a:r>
              <a:t>If asked: Is your BBR the real one? No: a simplified version with no ProbeRTT and no BBRv3 loss response; the comparison is against a BBR-style policy.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Fairness and trust.</a:t>
            </a:r>
          </a:p>
          <a:p>
            <a:r>
              <a:t>Two neural flows with unequal round-trip times share the link more evenly than two AIMD flows, Jain 0.84 against 0.64 at 150 ms extra RTT, but still favour the short-RTT flow; six pairs per cell so only the largest gap is clear.</a:t>
            </a:r>
          </a:p>
          <a:p>
            <a:r>
              <a:t>A small decision tree agrees with the network on only 79 percent of decisions but gives the same transfer time on four of five paths.</a:t>
            </a:r>
          </a:p>
          <a:p>
            <a:r>
              <a:t>Noise on the inputs costs at most 12 percent.</a:t>
            </a:r>
          </a:p>
          <a:p>
            <a:r>
              <a:t>Formal certification only works at tiny perturbations, so the agent is robust in practice but not proven.</a:t>
            </a:r>
          </a:p>
          <a:p>
            <a:r>
              <a:t>Kernel TCP coexistence is measured: the neural agent takes 24 to 34 percent of a shared link, so it does not starve TCP, with only three runs per cell.</a:t>
            </a:r>
          </a:p>
          <a:p/>
          <a:p>
            <a:r>
              <a:t>If asked: Did you test against kernel TCP? Yes, on kernel netem: the neural agent took 24 to 34 percent of a shared link, three runs per cell on one laptop.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[0:45] Until now every test ran on one computer. We ran the sender on one laptop and the receiver on another, on different networks, joined by Tailscale. It could not connect directly, so traffic went through a relay, about 79 milliseconds round trip.</a:t>
            </a:r>
          </a:p>
          <a:p>
            <a:r>
              <a:t>RUDP works between real machines: every transfer that finished delivered all 4,000 packets, with all four policies.</a:t>
            </a:r>
          </a:p>
          <a:p>
            <a:r>
              <a:t>Be honest about the numbers: the path drifted, kernel TCP alone took anywhere from 2 to 51 seconds, and 4 of 20 RUDP runs timed out, so this is a demonstration and not a ranking. On the two clean repetitions kernel TCP was 2 to 6 times faster, and in repetition 1 the neural agent beat tuned AIMD, 4.7 against 14.2 seconds.</a:t>
            </a:r>
          </a:p>
          <a:p/>
          <a:p>
            <a:r>
              <a:t>If asked: Why not a better test? The other laptop was a one-time setup over the internet; the next step is a direct local network with more repetitions.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Four routers, OSPF area 0: R1, R2, R3 form a triangle and R4 is a branch.</a:t>
            </a:r>
          </a:p>
          <a:p>
            <a:r>
              <a:t>Two VLANs with router-on-a-stick, DHCP on R1 and R4, and an access list blocking student to staff.</a:t>
            </a:r>
          </a:p>
          <a:p>
            <a:r>
              <a:t>Server LAN is metric 2 via R3; branch is metric 3 via R2. Failover: shutting R1 Gi0/2 still gave 70 of 71 pings, rerouted via R2.</a:t>
            </a:r>
          </a:p>
          <a:p/>
          <a:p>
            <a:r>
              <a:t>If asked: Q: Does RUDP run inside Packet Tracer? A: No, it cannot run C. Packet Tracer validates the network design; protocol is validated on one machine plus Wireshark.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Left: OSPF routes on R1 with the metrics. Middle: the link-failure test, 70 of 71 pings. Right: the ACL, where the student gets destination unreachable to staff but the server is still reachable (TTL 126).</a:t>
            </a:r>
          </a:p>
          <a:p/>
          <a:p>
            <a:r>
              <a:t>If asked: If asked to show it live: have the .pkt file open and follow Demo_Steps.txt.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We wrote a Lua dissector, named smartrudp, that decodes sequence, ack, flags, checksum and length.</a:t>
            </a:r>
          </a:p>
          <a:p>
            <a:r>
              <a:t>Useful filters: smartrudp.flags.data == 1 and smartrudp.seq == N.</a:t>
            </a:r>
          </a:p>
          <a:p>
            <a:r>
              <a:t>In a 400-packet lossy run the receiver saw 87 (AIMD) and 95 (Smart) repeated data segments.</a:t>
            </a:r>
          </a:p>
          <a:p>
            <a:r>
              <a:t>The program's exported trace uses topology addresses and has no handshake.</a:t>
            </a:r>
          </a:p>
          <a:p/>
          <a:p>
            <a:r>
              <a:t>If asked: Q: Why no handshake in the export? A: The export builds synthetic packets. The real tshark capture on the next slide shows the handshake.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Left: the first three packets, SYN, SYN-ACK and ACK, decoded by our dissector (filter frame.number &lt;= 3).</a:t>
            </a:r>
          </a:p>
          <a:p>
            <a:r>
              <a:t>Right: filter smartrudp.seq == N shows the same segment twice, a retransmission.</a:t>
            </a:r>
          </a:p>
          <a:p/>
          <a:p>
            <a:r>
              <a:t>If asked: If Wireshark is open live: Analyze, Decode As, UDP 8888 = RUDP, then use these two filters.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protocol in use: each message is one numbered, checksummed RUDP segment, ACKed in order.</a:t>
            </a:r>
          </a:p>
          <a:p>
            <a:r>
              <a:t>There is a terminal version and a browser version; two devices were linked over Tailscale, laptop and phone.</a:t>
            </a:r>
          </a:p>
          <a:p>
            <a:r>
              <a:t>Drag the loss slider: lost messages are resent and still arrive in order. The right panel shows sent, lost and resent counts and the log.</a:t>
            </a:r>
          </a:p>
          <a:p>
            <a: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a:p/>
          <a:p>
            <a:r>
              <a:t>If asked: 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an application built on our library. You drop in any file, pick a network such as lossy Wi-Fi or satellite, and it sends the file through our real C stack with three policies, one after another.</a:t>
            </a:r>
          </a:p>
          <a:p>
            <a:r>
              <a:t>In this run a 2 MB file took 13 seconds with the neural agent and 27 and 29 seconds with the two AIMD settings. Every received copy is compared byte for byte, so you can see it is the same file.</a:t>
            </a:r>
          </a:p>
          <a:p>
            <a:r>
              <a:t>It is one run per policy, so small gaps are noise. The point is that the protocol is usable by an ordinary program through a small library.</a:t>
            </a:r>
          </a:p>
          <a:p/>
          <a:p>
            <a:r>
              <a:t>If asked: Is kernel TCP in the race? No, it cannot run through a UDP proxy. The kernel comparison is in the netem results.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13-byte header: sequence 4, ack 4, flags 1, checksum 2, payload length 2.</a:t>
            </a:r>
          </a:p>
          <a:p>
            <a:r>
              <a:t>Fields are packed byte by byte so compiler padding never changes the wire format.</a:t>
            </a:r>
          </a:p>
          <a:p>
            <a:r>
              <a:t>A data packet is 53 bytes on the wire; ACKs and handshake packets are 13.</a:t>
            </a:r>
          </a:p>
          <a:p/>
          <a:p>
            <a:r>
              <a:t>If asked: Q: How does the checksum work? A: 16-bit one's-complement sum over header and payload, like UDP/TCP. A corrupted packet fails and is recovered by retransmission.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Three-way handshake: SYN, SYN-ACK, ACK. Then data, up to a window of packets in flight.</a:t>
            </a:r>
          </a:p>
          <a:p>
            <a:r>
              <a:t>ACKs are cumulative: ACK N confirms everything before N. FIN closes the connection.</a:t>
            </a:r>
          </a:p>
          <a:p>
            <a:r>
              <a:t>The server accepts a new SYN in any state, so a killed client can never leave it stuck. That was a real bug we fixed.</a:t>
            </a:r>
          </a:p>
          <a:p/>
          <a:p>
            <a:r>
              <a:t>If asked: Q: What if the peer disappears? A: Sender keeps retransmitting on timeout. An abort after repeated timeouts is not implemented; it is the fix we would add.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window is the number of packets in flight; it started fixed at 4 and is now driven by the congestion window.</a:t>
            </a:r>
          </a:p>
          <a:p>
            <a:r>
              <a:t>Timeout is 500 ms; fast retransmit triggers after 3 duplicate ACKs, no waiting for the timer.</a:t>
            </a:r>
          </a:p>
          <a:p>
            <a:r>
              <a:t>Proof: in a 20% loss netem capture we saw 12 timeouts about 500 ms apart. Result: the 2,442-byte message reassembled correctly.</a:t>
            </a:r>
          </a:p>
          <a:p/>
          <a:p>
            <a:r>
              <a:t>If asked: Q: Why Go-Back-N? A: Simpler to build and explain. It wastes bandwidth under loss; Selective Repeat with SACK is our stated future work.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swapped Go-Back-N for Selective Repeat as the default. The receiver now keeps out-of-order packets and tells the sender exactly which ones it holds in a bitmap inside every ACK; the sender has one timer per packet and resends only what is missing.</a:t>
            </a:r>
          </a:p>
          <a:p>
            <a:r>
              <a:t>The result: about ten times fewer retransmissions, and the neural agent's lead over AIMD grows to 46 percent on the lossy path and 50 percent on the satellite path.</a:t>
            </a:r>
          </a:p>
          <a:p>
            <a:r>
              <a:t>The 10 percent loss failure we found earlier was mostly a Go-Back-N effect: with Selective Repeat the agent ties AIMD there.</a:t>
            </a:r>
          </a:p>
          <a:p>
            <a:r>
              <a:t>Go-Back-N is still in the code behind a flag, and the earlier tables in the report were measured with it and are labelled that way.</a:t>
            </a:r>
          </a:p>
          <a:p/>
          <a:p>
            <a:r>
              <a:t>If asked: Is it textbook Selective Repeat? Nearly: per-packet timers and a buffering receiver, but we use a cumulative ACK plus a 64-bit bitmap instead of one ACK per packet, and the window is capped at 60.</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Slow start: window grows by one per ACK until the threshold of 16. Then avoidance: plus 1/window per ACK.</a:t>
            </a:r>
          </a:p>
          <a:p>
            <a:r>
              <a:t>Three duplicate ACKs: window halves. A timeout: window resets to 1 and the threshold halves. Cap is 32.</a:t>
            </a:r>
          </a:p>
          <a:p>
            <a:r>
              <a:t>The graph shows fresh runs at 0, 10, 20 and 40 percent loss. Red marks are timeouts, green are fast retransmits.</a:t>
            </a:r>
          </a:p>
          <a:p/>
          <a:p>
            <a:r>
              <a:t>If asked: Q: Why cap 32 and ssthresh 16? A: The cap stops a lossless run growing without bound; 16 is where doubling switches to linear growth.</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Q-learning with 80 states (RTT ratio, loss fraction, window size), sampled once per RTT.</a:t>
            </a:r>
          </a:p>
          <a:p>
            <a:r>
              <a:t>Five actions: multiply the window by 0.5, 0.85, 1.0, 1.15 or 1.5.</a:t>
            </a:r>
          </a:p>
          <a:p>
            <a:r>
              <a:t>Reward: throughput gained, minus delay growth, minus retransmissions. Same Go-Back-N reliability; only the window policy changes. Paths are emulated in the program: 5G-like, lossy wireless, satellite-like.</a:t>
            </a:r>
          </a:p>
          <a:p/>
          <a:p>
            <a:r>
              <a:t>If asked: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agent itself. Left: rl_cc.h, 73 lines of C. The state is 80 buckets of RTT ratio, loss and window size.</a:t>
            </a:r>
          </a:p>
          <a:p>
            <a:r>
              <a:t>choose picks one of five window multipliers, usually the best, sometimes random so it keeps exploring.</a:t>
            </a:r>
          </a:p>
          <a:p>
            <a:r>
              <a:t>update is the Q-learning rule: move the value of the action we took toward the reward plus the best value of the next state.</a:t>
            </a:r>
          </a:p>
          <a:p>
            <a:r>
              <a:t>Right: the loop in smart_client.c. Once per RTT it computes the reward, throughput minus delay growth minus loss, updates the table, picks the next action and scales the window.</a:t>
            </a:r>
          </a:p>
          <a:p>
            <a:r>
              <a:t>The code on the slide is simplified; the real files are in the repo.</a:t>
            </a:r>
          </a:p>
          <a:p>
            <a:r>
              <a:t>We also built a deep version: web/dqn.py is a small neural network, two hidden layers of 32, trained with DQN in the same simulator. It reads continuous inputs instead of buckets.</a:t>
            </a:r>
          </a:p>
          <a:p/>
          <a:p>
            <a:r>
              <a:t>If asked: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We then put the neural agent into the C transport, the same code as Section 8, and tested it on the same three emulated paths with 15 runs each.</a:t>
            </a:r>
          </a:p>
          <a:p>
            <a:r>
              <a:t>AIMD and the agents all start from a window of 10. The neural agent was faster than AIMD on all three: 15 percent on 5G-like, 27 percent on lossy, 24 percent on satellite-like. The intervals exclude zero.</a:t>
            </a:r>
          </a:p>
          <a:p>
            <a:r>
              <a:t>The retrained table did not carry over: it was slower on 5G and satellite. A network generalises to unseen paths where a table does not.</a:t>
            </a:r>
          </a:p>
          <a:p>
            <a:r>
              <a:t>We also added selective acknowledgments to the C code: about ten times fewer retransmissions, but no significant change in completion time on these emulated paths.</a:t>
            </a:r>
          </a:p>
          <a:p>
            <a:r>
              <a:t>We also reran it with AIMD capped at 32 like the agent: the neural agent still wins by 19, 29 and 28 percent, all significant.</a:t>
            </a:r>
          </a:p>
          <a:p/>
          <a:p>
            <a:r>
              <a:t>If asked: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 Jacobson and Karels 1988 is the origin of AIMD; Chiu and Jain 1989 explains why it converges fairly.</a:t>
            </a:r>
          </a:p>
          <a:p>
            <a:r>
              <a:t>RFC 5681 is the standard; CUBIC is future work; QUIC and RFC 9000 are reliable transport over UDP in production.</a:t>
            </a:r>
          </a:p>
          <a:p>
            <a:r>
              <a:t>The AI part comes from Midhula and Arun Raj Kumar (2024) and Cao et al. (2023, DRLFcc): deep reinforcement learning for congestion control. Smart-RUDP applies the same idea with a smaller tabular Q-learning agent.</a:t>
            </a:r>
          </a:p>
          <a:p>
            <a:r>
              <a:t>Key researcher: Van Jacobson.</a:t>
            </a:r>
          </a:p>
          <a:p/>
          <a:p>
            <a:r>
              <a:t>If asked: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Correctness first: unit, end-to-end, handshake, file-integrity, chat and simulator tests, and the packet parser is fuzzed under AddressSanitizer.</a:t>
            </a:r>
          </a:p>
          <a:p>
            <a:r>
              <a:t>For speed we use virtual time, which is the same C sender on a simulated clock. We checked it against the real clock, and it agreed in all 15 of 15 cells. We use paired seeds with 95 percent intervals and keep tuning seeds apart from test seeds.</a:t>
            </a:r>
          </a:p>
          <a:p>
            <a:r>
              <a:t>Realism comes in four steps: emulation in the client, a separate proxy on real sockets, the Linux kernel with netem, and two laptops over the internet. Every result has its command in the report.</a:t>
            </a:r>
          </a:p>
          <a:p/>
          <a:p>
            <a:r>
              <a:t>If asked: Did you make mistakes? Yes, and we logged them: untuned baselines, unequal payloads, and synthetic 40-byte packets in the kernel test, each found, fixed and re-run.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Our old simulator was in Python and never matched the C code exactly. So we added a virtual-time mode to the C sender itself: same code, simulated receiver and clock, about a thousand times faster. It reproduces the real-clock results in all 15 calibration cells.</a:t>
            </a:r>
          </a:p>
          <a:p>
            <a:r>
              <a:t>That let us test on 100 random paths that we never tuned on. The neural agent needs 0.53 times the time of tuned AIMD, is faster on 89 paths and never more than 20 percent slower. Tuned CUBIC is slower by more than 20 percent on 27 paths.</a:t>
            </a:r>
          </a:p>
          <a:p>
            <a:r>
              <a:t>The ablation shows which parts matter: the window cap of 128 most, then pacing, the timer floor and slow start. We also tried evolution-strategy retraining directly in the C sender and it only gave 2 percent, so we did not adopt it.</a:t>
            </a:r>
          </a:p>
          <a:p/>
          <a:p>
            <a:r>
              <a:t>If asked: Is the test set separate from tuning? Yes. Slow-start and hand-over settings were chosen on a different set of random paths; the 100 test paths were used only for the reported numbers.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Now the issues, and we list them plainly. Our first learned controller, a Q-table, was not faster than AIMD. At 10 percent random loss the neural agent was 7 times slower, 85 seconds against 11.</a:t>
            </a:r>
          </a:p>
          <a:p>
            <a:r>
              <a:t>Real sockets exposed a lost-handshake hang, spurious timeouts, 262 retransmissions for about 3 losses, and a weak checksum. Our early baselines were weak: untuned AIMD made the first wins look bigger than they are.</a:t>
            </a:r>
          </a:p>
          <a:p>
            <a:r>
              <a:t>Our own kernel tests were wrong four times and our first BBR-style baseline had two bugs. And the agent is a pushier neighbour than AIMD or CUBIC. Each of these has a fix on the next slide.</a:t>
            </a:r>
          </a:p>
          <a:p/>
          <a:p>
            <a:r>
              <a:t>If asked: How did you find these? By testing on real sockets and the kernel, comparing against tuned baselines, and checking our own numbers, for example a goodput above the link rate gave away the 40-byte packet bug.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Every issue led to a change. Go-Back-N with a fixed timer became Selective Repeat with bitmap ACKs, per-packet timers and an adaptive timer, about 10 times fewer retransmissions. The byte-sum checksum became CRC-16.</a:t>
            </a:r>
          </a:p>
          <a:p>
            <a:r>
              <a:t>The lost-handshake hang was fixed as TCP does it. The Q-table became a small neural network with a bigger window cap, slow start and pacing. The 10 percent loss collapse is handled by handing over to AIMD while loss is high: 13.9 seconds instead of 84.9.</a:t>
            </a:r>
          </a:p>
          <a:p>
            <a:r>
              <a:t>We tuned the AIMD and CUBIC baselines so every win is against a fair opponent, and we fixed our test methodology and re-ran the kernel tests.</a:t>
            </a:r>
          </a:p>
          <a:p/>
          <a:p>
            <a:r>
              <a:t>If asked: Which change mattered most? The ablation says window cap 128, pacing, the timer floor and slow start do most of the work, and the hand-over is what makes the hostile path safe.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62 of 62 packets were delivered at every loss level from 0 to 40 percent.</a:t>
            </a:r>
          </a:p>
          <a:p>
            <a:r>
              <a:t>Higher loss costs time and retransmissions, never correctness.</a:t>
            </a:r>
          </a:p>
          <a:p/>
          <a:p>
            <a:r>
              <a:t>If asked: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Server stuck after a killed client: it hung 15.5 s; fix was to accept SYN in any state.</a:t>
            </a:r>
          </a:p>
          <a:p>
            <a:r>
              <a:t>A leftover netem rule distorted results; we now check tc qdisc before each test.</a:t>
            </a:r>
          </a:p>
          <a:p>
            <a:r>
              <a:t>Windows Wireshark saw nothing: capture inside WSL.</a:t>
            </a:r>
          </a:p>
          <a:p>
            <a:r>
              <a:t>Benchmark script portability: replaced date and grep tricks with awk and sed.</a:t>
            </a:r>
          </a:p>
          <a:p/>
          <a:p>
            <a:r>
              <a:t>If asked: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Be honest: it did not beat AIMD. Plus 63 percent time on 5G-like, plus 10 percent on satellite, a tie on the lossy path.</a:t>
            </a:r>
          </a:p>
          <a:p>
            <a:r>
              <a:t>It used somewhat fewer retransmissions on two paths, within run-to-run noise.</a:t>
            </a:r>
          </a:p>
          <a:p>
            <a:r>
              <a:t>Earlier training rounds were much worse; this is the final configuration. The finding is that a simple learner does not beat a tuned rule.</a:t>
            </a:r>
          </a:p>
          <a:p>
            <a:r>
              <a:t>In the chat, retrained for bursty random-loss traffic, it does beat AIMD on most simulated paths; mention that on slide 19.</a:t>
            </a:r>
          </a:p>
          <a:p/>
          <a:p>
            <a:r>
              <a:t>If asked: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abstract also promised TCP and plain UDP baselines, so we ran them on the same 48 unseen simulated paths.</a:t>
            </a:r>
          </a:p>
          <a:p>
            <a:r>
              <a:t>Plain UDP delivered only 68 percent of the messages, so reliability is needed. Our TCP model, with selective acknowledgments, has the lowest median at 1.48 seconds.</a:t>
            </a:r>
          </a:p>
          <a:p>
            <a:r>
              <a:t>Smart-RUDP deep is at 3.20 seconds mean and is about even with the TCP model path by path: faster on 22, slower on 23.</a:t>
            </a:r>
          </a:p>
          <a:p>
            <a:r>
              <a:t>The gap to TCP is mostly Go-Back-N. A selective-ack version of our transport cut AIMD from 7.16 to 4.90 seconds in simulation.</a:t>
            </a:r>
          </a:p>
          <a:p>
            <a:r>
              <a:t>Reordering hurts Go-Back-N badly: AIMD goes from 0.82 to 6.79 seconds at 20 milliseconds of jitter. The learned agents cope better and selective ack removes most of the damage.</a:t>
            </a:r>
          </a:p>
          <a:p>
            <a:r>
              <a:t>For the C experiments we repeated 20 runs per mode: Smart-RUDP is still slower on 5G and satellite and ties on lossy.</a:t>
            </a:r>
          </a:p>
          <a:p>
            <a:r>
              <a:t>Be upfront: our simulator originally allowed a duplicate-ACK retransmission storm that flatters aggressive controllers. With the realistic rule the neural agent is about level with AIMD in simulation (7.27 s against 7.75 s). The C results are the evidence we rely on.</a:t>
            </a:r>
          </a:p>
          <a:p/>
          <a:p>
            <a:r>
              <a:t>If asked: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emulator is inside our client, so we also tested through a separate impairment process on real UDP sockets. That found three real defects.</a:t>
            </a:r>
          </a:p>
          <a:p>
            <a: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r>
              <a:t>On real sockets the neural agent is again fastest on every path: 17, 53, 45 and 39 percent faster than tuned AIMD on 5G, lossy, satellite and fast, and a tie on the hostile path.</a:t>
            </a:r>
          </a:p>
          <a:p/>
          <a:p>
            <a:r>
              <a:t>If asked: Is this a real network? It is real UDP sockets on one machine, with the impairment applied by a separate process. It is not a kernel netem or a multi-machine path; we provide the script for that but had no root access.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While checking our own result we found where the neural agent fails: on a hostile path with 10 percent loss it needed about 85 seconds where AIMD needed 11.</a:t>
            </a:r>
          </a:p>
          <a:p>
            <a:r>
              <a:t>The fix is a hand-over: when a decision interval loses 10 percent or more of its packets, plain AIMD controls the window; after three clean intervals the agent takes over again.</a:t>
            </a:r>
          </a:p>
          <a:p>
            <a:r>
              <a:t>With that, the three benign paths keep the agent's advantage and the hostile path is back near AIMD at about 14 seconds.</a:t>
            </a:r>
          </a:p>
          <a:p>
            <a:r>
              <a:t>We also tried cutting the window on every timeout; it fixed the hostile case but made the 2 percent path much worse, so we dropped it. So the learned agent is useful on clean to moderate paths and needs a classical safety net elsewhere.</a:t>
            </a:r>
          </a:p>
          <a:p/>
          <a:p>
            <a:r>
              <a:t>If asked: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also tested two things people ask about. Fairness: two flows through one bottleneck. The neural agent is fair against itself and on short paths, but takes 74 percent against AIMD on the long 120 ms path, about like a fixed window.</a:t>
            </a:r>
          </a:p>
          <a:p>
            <a:r>
              <a:t>Ablation: we retrained the agent with one piece removed. Only the no-shrink mask matters; without it the agent is no better than AIMD. The other pieces showed no measurable value.</a:t>
            </a:r>
          </a:p>
          <a:p>
            <a:r>
              <a:t>The same recipe also gave very different results by seed, between 3.2 and 7.4 seconds, so we pick the seed on validation paths.</a:t>
            </a:r>
          </a:p>
          <a:p>
            <a:r>
              <a:t>While building the dashboard we found a retransmission storm in the web gateway and fixed it; there is also an adaptive timeout option now.</a:t>
            </a:r>
          </a:p>
          <a:p/>
          <a:p>
            <a:r>
              <a:t>If asked: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r>
              <a:t>We also added file transfer: the sender sends a real file and the received file is byte-identical in every run. A 4 megabyte file over the fast path takes 8.9 seconds with the agent against 21 seconds with tuned AIMD.</a:t>
            </a:r>
          </a:p>
          <a:p>
            <a:r>
              <a:t>The chat and web gateway now use the same window and bitmap as the C transport, and there is CI, fuzzing and an architecture document.</a:t>
            </a:r>
          </a:p>
          <a:p/>
          <a:p>
            <a:r>
              <a:t>If asked: Would this be safe to deploy? Not on a shared link yet: it needs fairness-aware training and TCP coexistence tests. For a dedicated path it is a clear win.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p>
          <a:p>
            <a: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a:p/>
          <a:p>
            <a:r>
              <a:t>If asked: Is polite mode learned? No. It is a hand-made rule on the delay signal. A learned version needs a two-flow training environment, which is future work.</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is still not good. Kernel TCP is 1.5 to 1.7 times faster than our agent. Against tuned AIMD the agent takes about 70 percent of a shared link, and the polite mode that fixes it costs speed.</a:t>
            </a:r>
          </a:p>
          <a:p>
            <a:r>
              <a:t>It is level with CUBIC under bursty cross traffic, it gains nothing at 10 percent random loss, and the BBR-style baseline is faster on the 2 percent lossy path.</a:t>
            </a:r>
          </a:p>
          <a:p>
            <a:r>
              <a:t>It is not formally verified: only 43 percent of decisions are certified at plus or minus 0.001. It was trained in a simulator. The two-machine run was one drifting relay path with four timeouts, so we claim no ranking from it.</a:t>
            </a:r>
          </a:p>
          <a:p/>
          <a:p>
            <a:r>
              <a:t>If asked: What would you do next? A direct-network multi-machine run with more repetitions, training with a competing flow so fairness is learned, and training on real traces.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we learned: reliability is a set of simple rules working together, congestion control matters as much as retransmission, and tests tell you things about your own results that you do not want to hear.</a:t>
            </a:r>
          </a:p>
          <a:p>
            <a:r>
              <a:t>The limits are on the previous slide; in short: only one noisy two-machine run, the agent is not a polite neighbour, there is no gain at 10 percent random loss, and the tabular agent did not beat AIMD.</a:t>
            </a:r>
          </a:p>
          <a:p>
            <a:r>
              <a:t>Next: fairness-aware training with TCP coexistence, training on real traces, and controlled multi-machine tests.</a:t>
            </a:r>
          </a:p>
          <a:p/>
          <a:p>
            <a:r>
              <a:t>If asked: What would you do first? Run the netem script on a Linux machine for kernel TCP and RUDP on the same path, then add a competing flow to the training.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 Thank you. The code, report and captures are at github.com/Capsturrrr/rudp. Happy to take questions.</a:t>
            </a:r>
          </a:p>
          <a:p/>
          <a:p>
            <a:r>
              <a:t>If asked: Pause and smile; hand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Only if asked: the window starts at 1, adds 1 per ACK until the threshold 16, then 1/window per ACK. In the 62-packet run the final window was 18.71.</a:t>
            </a:r>
          </a:p>
          <a:p/>
          <a:p>
            <a:r>
              <a:t>If asked: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43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43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43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Results at a glance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43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4389120"/>
                <a:gridCol w="6675120"/>
              </a:tblGrid>
              <a:tr h="475488">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What we measured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Result</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Five named paths vs tuned AIMD (real clock)</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15% to 52% faster on four paths; a tie on the hostile 10%-loss path</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100 random held-out paths</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0.53x the time of tuned AIMD; faster on 89; never more than 20% slower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Real Linux kernel (netem)</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60% to 83% faster than tuned AIMD (the reordering path is not significant)</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Paths that change mid-transfer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Fastest in 4 of 4 cases</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Two flows with unequal RTT</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Jain fairness 0.84, against 0.64 for AIMD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to a kernel TCP flow</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Takes 24% to 34% of the link; does not starve TCP</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Between two real laptops</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Works over the internet; every completed transfer delivered in full</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The whole system</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OSPF network, Wireshark dissector, chat over the internet, RUDP Drop app</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5669280"/>
            <a:ext cx="11064240" cy="54864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Caveat, covered later: kernel TCP is still 1.5x to 1.7x faster than our agent, and the first versions had problems we found and fixed.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Up to 83% less time than tuned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43   Smart-RUDP</a:t>
            </a:r>
            <a:endParaRPr lang="en-US" sz="1000" dirty="0"/>
          </a:p>
        </p:txBody>
      </p:sp>
      <p:graphicFrame>
        <p:nvGraphicFramePr>
          <p:cNvPr id="4" name="Chart 0" descr=""/>
          <p:cNvGraphicFramePr/>
          <p:nvPr/>
        </p:nvGraphicFramePr>
        <p:xfrm>
          <a:off x="548640" y="118872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321040" y="1463040"/>
            <a:ext cx="3474720" cy="4389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trained network on every path, no retuning</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Real-clock runs: 10 paired runs per path, 95% intervals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runs: 3 to 5 per cell, significant on all three paths shown</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Also faster on the fast path (52% real clock), and 0.53x the time on 100 random paths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against every alternative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43   Smart-RUDP</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743200"/>
                <a:gridCol w="2926080"/>
                <a:gridCol w="5394960"/>
              </a:tblGrid>
              <a:tr h="530352">
                <a:tc>
                  <a:txBody>
                    <a:bodyPr/>
                    <a:lstStyle/>
                    <a:p>
                      <a:pPr indent="0" marL="0">
                        <a:buNone/>
                      </a:pPr>
                      <a:r>
                        <a:rPr lang="en-US" sz="1500" b="1" dirty="0">
                          <a:solidFill>
                            <a:srgbClr val="0B0F14"/>
                          </a:solidFill>
                          <a:latin typeface="Courier New" pitchFamily="34" charset="0"/>
                          <a:ea typeface="Courier New" pitchFamily="34" charset="-122"/>
                          <a:cs typeface="Courier New" pitchFamily="34" charset="-120"/>
                        </a:rPr>
                        <a:t>Alternative</a:t>
                      </a:r>
                      <a:endParaRPr lang="en-US" sz="15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500" b="1" dirty="0">
                          <a:solidFill>
                            <a:srgbClr val="0B0F14"/>
                          </a:solidFill>
                          <a:latin typeface="Courier New" pitchFamily="34" charset="0"/>
                          <a:ea typeface="Courier New" pitchFamily="34" charset="-122"/>
                          <a:cs typeface="Courier New" pitchFamily="34" charset="-120"/>
                        </a:rPr>
                        <a:t>Where measured</a:t>
                      </a:r>
                      <a:endParaRPr lang="en-US" sz="15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500" b="1" dirty="0">
                          <a:solidFill>
                            <a:srgbClr val="0B0F14"/>
                          </a:solidFill>
                          <a:latin typeface="Courier New" pitchFamily="34" charset="0"/>
                          <a:ea typeface="Courier New" pitchFamily="34" charset="-122"/>
                          <a:cs typeface="Courier New" pitchFamily="34" charset="-120"/>
                        </a:rPr>
                        <a:t>Neural agent result</a:t>
                      </a:r>
                      <a:endParaRPr lang="en-US" sz="15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530352">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Tuned AIMD</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Real clock; real kernel</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15% to 52% less time (real clock); 65% to 83% (kernel)</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30352">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AIMD, window 32</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Real clock; 2 MB file transfer</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Faster on every path; 2 MB lossy file 11.9 s vs 26.6 s</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30352">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CUBIC (tuned)</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Real clock, 10 paired runs</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Faster on lossy (-74%) and satellite (-34%); equal on 5G and fast</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30352">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BBR-style</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Virtual time, 20 seeds</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Wins satellite and fast; level on 5G; BBR-style wins lossy</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30352">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Q-table agent</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C transport, 15 runs</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Table agent slower than AIMD on 5G and satellite; neural wins all three</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30352">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Plain UDP</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48 simulated paths</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Plain UDP delivered 68% of packets; RUDP delivers all</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30352">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Kernel TCP (what FTP and SCP run on)</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Real Linux kernel, netem</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TCP is 1.5x to 1.7x faster than the neural agent, which is itself 3x to 6x faster than RUDP with AIMD</a:t>
                      </a:r>
                      <a:endParaRPr lang="en-US" sz="14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5806440"/>
            <a:ext cx="11064240" cy="45720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FTP and SCP run on kernel TCP, so the kernel TCP row is the comparison; we did not run an FTP client itself.</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clock: 15% to 52% faster than tuned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43   Smart-RUDP</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Seeing the difference: the window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43   Smart-RUDP</a:t>
            </a:r>
            <a:endParaRPr lang="en-US" sz="1000" dirty="0"/>
          </a:p>
        </p:txBody>
      </p:sp>
      <p:pic>
        <p:nvPicPr>
          <p:cNvPr id="4" name="Image 0" descr="fig_cwnd_agent.png">    </p:cNvPr>
          <p:cNvPicPr>
            <a:picLocks noChangeAspect="1"/>
          </p:cNvPicPr>
          <p:nvPr/>
        </p:nvPicPr>
        <p:blipFill>
          <a:blip r:embed="rId1"/>
          <a:stretch>
            <a:fillRect/>
          </a:stretch>
        </p:blipFill>
        <p:spPr>
          <a:xfrm>
            <a:off x="548640" y="1188720"/>
            <a:ext cx="7315200" cy="3108960"/>
          </a:xfrm>
          <a:prstGeom prst="rect">
            <a:avLst/>
          </a:prstGeom>
        </p:spPr>
      </p:pic>
      <p:sp>
        <p:nvSpPr>
          <p:cNvPr id="5" name="Text 2"/>
          <p:cNvSpPr/>
          <p:nvPr/>
        </p:nvSpPr>
        <p:spPr>
          <a:xfrm>
            <a:off x="8138160" y="1371600"/>
            <a:ext cx="3657600" cy="4114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lossy path, same seed, same transport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AIMD (grey) saws between 5 and 15 packets and needs 9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agent (green) rides much higher, backs off on loss, and finishes in 4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Regenerate: make figures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Linux kernel: 65% to 83% faster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43   Smart-RUDP</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498080" cy="914400"/>
        </p:xfrm>
        <a:graphic>
          <a:graphicData uri="http://schemas.openxmlformats.org/drawingml/2006/table">
            <a:tbl>
              <a:tblPr/>
              <a:tblGrid>
                <a:gridCol w="2377440"/>
                <a:gridCol w="1097280"/>
                <a:gridCol w="1371600"/>
                <a:gridCol w="1280160"/>
                <a:gridCol w="137160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(500 packets)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4.75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0.28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0.43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 150 ms (3 runs)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Reordering</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4.06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-60% (n.s.)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657600"/>
            <a:ext cx="10972800" cy="26517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Linux kernel tc/netem on loopback, 5 runs per cell, 512-byte payloads for TCP, UDP and RUDP</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 neural agent beats tuned AIMD on a real kernel path: 65% to 83% less time, significant on three paths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Sharing a link with a kernel TCP flow: the agent takes 24% to 34% and TCP keeps the rest, so it does not starve TCP (AIMD gets only 5% to 17%)</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 same trained network as in every other test, with no retuning for the kernel</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Changing paths: fastest in 4 of 4 cases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43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743200"/>
                <a:gridCol w="1280160"/>
                <a:gridCol w="1097280"/>
                <a:gridCol w="1371600"/>
                <a:gridCol w="137160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 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drop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rise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Delay jump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Hand-over pattern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lossy path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4114800"/>
            <a:ext cx="11064240" cy="21945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Paths that change mid-transfer (bandwidth drop or rise, delay jump): the neural agent is fastest in all 4 cases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Against a BBR-style baseline: the neural agent wins on satellite-like (11.2 s vs 16.8 s) and fast (3.7 s vs 6.2 s) paths and is level on 5G-like</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 BBR-style baseline itself beats tuned AIMD on 4 of 5 paths, so the comparison is against a strong opponent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Virtual time, 20 paired seeds; a simplified BBR, not the Linux one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Fairer than AIMD, and does not starve TCP</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43   Smart-RUDP</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377440"/>
                <a:gridCol w="1188720"/>
                <a:gridCol w="1645920"/>
                <a:gridCol w="118872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identical flows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Extra 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short-RTT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2743200"/>
            <a:ext cx="11064240" cy="34747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Between two flows with unequal RTTs the neural agent is fairer than AIMD (Jain 0.84 against 0.64; 6 pairs per cell)</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Next to a kernel TCP flow it takes 24% to 34% of the link, so it does not starve TCP</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Robust in practice: noise of 0.2 on its inputs costs at most 12%</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A depth-5 decision tree reproduces its transfer time on 4 of 5 paths, so its behaviour can be summarised by a small rule set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Works between two real machines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43   Smart-RUDP</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194560"/>
                <a:gridCol w="1005840"/>
                <a:gridCol w="1097280"/>
                <a:gridCol w="1097280"/>
                <a:gridCol w="128016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1 (clean)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2 (clean)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931920"/>
            <a:ext cx="110642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Two laptops, different networks, Tailscale relay (about 79 ms RTT); 2 MB per transfer, 5 repetitions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RUDP works between real machines: every completed run delivered 4,000 of 4,000 packets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The path drifted (TCP alone 2 s to 51 s) and 4 of 20 RUDP runs timed out, so this is a demonstration, not a ranking</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Clean reps: kernel TCP 2x to 6x faster; rep 1 the neural agent beat AIMD (4.7 s vs 14.2 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Next: repeat on a direct local network with more reps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43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43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43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43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43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RUDP Drop: race the policies on any file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43   Smart-RUDP</a:t>
            </a:r>
            <a:endParaRPr lang="en-US" sz="1000" dirty="0"/>
          </a:p>
        </p:txBody>
      </p:sp>
      <p:pic>
        <p:nvPicPr>
          <p:cNvPr id="4" name="Image 0" descr="drop_race.png">    </p:cNvPr>
          <p:cNvPicPr>
            <a:picLocks noChangeAspect="1"/>
          </p:cNvPicPr>
          <p:nvPr/>
        </p:nvPicPr>
        <p:blipFill>
          <a:blip r:embed="rId1"/>
          <a:stretch>
            <a:fillRect/>
          </a:stretch>
        </p:blipFill>
        <p:spPr>
          <a:xfrm>
            <a:off x="548640" y="1097280"/>
            <a:ext cx="3569419" cy="5212080"/>
          </a:xfrm>
          <a:prstGeom prst="rect">
            <a:avLst/>
          </a:prstGeom>
        </p:spPr>
      </p:pic>
      <p:sp>
        <p:nvSpPr>
          <p:cNvPr id="5" name="Text 2"/>
          <p:cNvSpPr/>
          <p:nvPr/>
        </p:nvSpPr>
        <p:spPr>
          <a:xfrm>
            <a:off x="4846320" y="1371600"/>
            <a:ext cx="6949440" cy="475488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Drop in any file (up to 12 MB), pick a network, and race AIMD 32, tuned AIMD and the neural agent</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Example, 2 MB on lossy Wi-Fi: neural 13.0 s, AIMD 26.7 s, tuned AIMD 29.5 s (one run each)</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Every received copy is checked byte for byte (SHA-256) and can be downloaded</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Real C stack: librudp sender, bin/server and the bin/impair proxy; make drop starts it at localhost:8800</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One run per policy, so small gaps are noise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43   Smart-RUDP</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43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43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Selective Repeat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43   Smart-RUDP</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43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43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43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43   Smart-RUDP</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43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it was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43   Smart-RUDP</a:t>
            </a:r>
            <a:endParaRPr lang="en-US" sz="1000" dirty="0"/>
          </a:p>
        </p:txBody>
      </p:sp>
      <p:sp>
        <p:nvSpPr>
          <p:cNvPr id="4" name="Text 2"/>
          <p:cNvSpPr/>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Correctness: unit, end-to-end, handshake, file-integrity, chat and simulator tests (make test); packet parser fuzzed under AddressSanitizer and UBSan (make fuzz)</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Speed: virtual time, same C sender, checked against the real clock in 15 of 15 cells; paired seeds, 95% intervals, tuning seeds kept apart from test seeds</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Realism, in four steps: emulation in the client, a separate impairment proxy on real sockets, Linux kernel netem, and two laptops over the internet</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Every result in the report has the command that produced it (docs/RUNNING_ALL_TESTS.md)</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We also record our own mistakes: untuned baselines, unequal payloads and synthetic 40-byte packets were each caught, fixed and re-run</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43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Issues we found along the way</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31 / 43   Smart-RUDP</a:t>
            </a:r>
            <a:endParaRPr lang="en-US" sz="1000" dirty="0"/>
          </a:p>
        </p:txBody>
      </p:sp>
      <p:sp>
        <p:nvSpPr>
          <p:cNvPr id="4" name="Text 2"/>
          <p:cNvSpPr/>
          <p:nvPr/>
        </p:nvSpPr>
        <p:spPr>
          <a:xfrm>
            <a:off x="548640" y="1371600"/>
            <a:ext cx="11064240" cy="475488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The first learned controller (a Q-table) was not faster than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At 10% random loss the neural agent was 7x slower than AIMD (85 s against 11 s)</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Real sockets exposed a lost-handshake hang, spurious timeouts (262 retransmissions for about 3 losses) and a weak checksum</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Our baselines were weak: untuned AIMD (window cap 32) made early wins look bigger than they are</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Our own kernel tests were wrong four times: netem limit, untuned baseline, unequal payloads, synthetic 40-byte packets</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The first BBR-style baseline stalled at 10% loss and took 163 s after a delay jump</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The agent is a pushier neighbour than AIMD or CUBIC, and results vary with the training seed</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changed to make it better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32 / 43   Smart-RUDP</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4023360"/>
                <a:gridCol w="7040880"/>
              </a:tblGrid>
              <a:tr h="566928">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Before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After</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Go-Back-N with a fixed 500 ms timer</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Selective Repeat: bitmap ACKs, per-packet timers, adaptive timer with a 1.3 x srtt floor; about 10x fewer retransmissions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Byte-sum checksum</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CRC-16: 0 of 333k corrupted packets accepted</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Server ignored data after a lost final handshake ACK</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Handled as in TCP, with a regression test</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Q-table agent, window cap 32</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5-32-32-5 neural network, cap 128, slow start, pacing</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Neural agent 7x slower than AIMD at 10% loss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Hand-over to AIMD while loss is high: 13.9 s instead of 84.9 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Untuned AIMD and CUBIC baselines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Tuned baselines, so every win is against a fair opponent</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Faulty kernel and BBR tests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Netem limit, equal payloads and real 512-byte packets; kernel runs repeated; BBR stall and slow recovery fixed</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33 / 43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34 / 43   Smart-RUDP</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Our first learned agent: an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35 / 43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36 / 43   Smart-RUDP</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37 / 43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38 / 43   Smart-RUDP</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39 / 43   Smart-RUDP</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40 / 43   Smart-RUDP</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Closing gaps: fairness and cross traffic</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41 / 43   Smart-RUDP</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 vs tuned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Agent share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Bursty cross traffic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Limits we state openly</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42 / 43   Smart-RUDP</a:t>
            </a:r>
            <a:endParaRPr lang="en-US" sz="1000" dirty="0"/>
          </a:p>
        </p:txBody>
      </p:sp>
      <p:sp>
        <p:nvSpPr>
          <p:cNvPr id="4" name="Text 2"/>
          <p:cNvSpPr/>
          <p:nvPr/>
        </p:nvSpPr>
        <p:spPr>
          <a:xfrm>
            <a:off x="548640" y="1371600"/>
            <a:ext cx="11064240" cy="475488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Kernel TCP is still 1.5x to 1.7x faster than the neural agent on every kernel path</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Against tuned AIMD the agent takes about 70% of a shared link; the optional polite mode fixes that but costs speed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Level with CUBIC under bursty cross traffic; no gain at 10% random loss; the BBR-style baseline is faster on the 2% lossy path</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Not formally verified: certified at +-0.001 for only 43% of decisions; trained in a simulator, never on real traces</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Two-machine run: one drifting relay path, 4 of 20 runs timed out, so no ranking is claimed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Coexistence with kernel TCP: 3 runs per cell</a:t>
            </a:r>
            <a:endParaRPr lang="en-US" sz="1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43 / 43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Close the gap to kernel TCP; controlled multi-machine tests</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2026-10-12T03:46:55Z</dcterms:created>
  <dcterms:modified xsi:type="dcterms:W3CDTF">2026-10-12T03:46:55Z</dcterms:modified>
</cp:coreProperties>
</file>