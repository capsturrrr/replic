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Completion time saved against tuned AIMD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clock, emulated paths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Satellite-like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49</c:v>
                </c:pt>
                <c:pt idx="2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Linux kernel (netem)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Satellite-like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71</c:v>
                </c:pt>
                <c:pt idx="2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Completion time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AIMD window 32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1.41</c:v>
                </c:pt>
                <c:pt idx="1">
                  <c:v>7.98</c:v>
                </c:pt>
                <c:pt idx="2">
                  <c:v>17.93</c:v>
                </c:pt>
                <c:pt idx="3">
                  <c:v>14.55</c:v>
                </c:pt>
                <c:pt idx="4">
                  <c:v>7.54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1.09</c:v>
                </c:pt>
                <c:pt idx="1">
                  <c:v>7.05</c:v>
                </c:pt>
                <c:pt idx="2">
                  <c:v>11.36</c:v>
                </c:pt>
                <c:pt idx="3">
                  <c:v>8.2</c:v>
                </c:pt>
                <c:pt idx="4">
                  <c:v>8.34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CUBIC tuned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1.19</c:v>
                </c:pt>
                <c:pt idx="1">
                  <c:v>13.92</c:v>
                </c:pt>
                <c:pt idx="2">
                  <c:v>8.26</c:v>
                </c:pt>
                <c:pt idx="3">
                  <c:v>6.52</c:v>
                </c:pt>
                <c:pt idx="4">
                  <c:v>12.32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0.92</c:v>
                </c:pt>
                <c:pt idx="1">
                  <c:v>3.62</c:v>
                </c:pt>
                <c:pt idx="2">
                  <c:v>5.46</c:v>
                </c:pt>
                <c:pt idx="3">
                  <c:v>3.92</c:v>
                </c:pt>
                <c:pt idx="4">
                  <c:v>8.93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Mean completion time (s), 500 packets of 512 bytes,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 TCP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0.28</c:v>
                </c:pt>
                <c:pt idx="2">
                  <c:v>1.91</c:v>
                </c:pt>
                <c:pt idx="3">
                  <c:v>0.94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 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4.75</c:v>
                </c:pt>
                <c:pt idx="1">
                  <c:v>1.23</c:v>
                </c:pt>
                <c:pt idx="2">
                  <c:v>16.72</c:v>
                </c:pt>
                <c:pt idx="3">
                  <c:v>4.06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REPLIC 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1.35</c:v>
                </c:pt>
                <c:pt idx="1">
                  <c:v>0.43</c:v>
                </c:pt>
                <c:pt idx="2">
                  <c:v>2.92</c:v>
                </c:pt>
                <c:pt idx="3">
                  <c:v>1.64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Mean completion time (s), virtual time, 20 paired seeds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13.6</c:v>
                </c:pt>
                <c:pt idx="1">
                  <c:v>9.2</c:v>
                </c:pt>
                <c:pt idx="2">
                  <c:v>33.3</c:v>
                </c:pt>
                <c:pt idx="3">
                  <c:v>12.8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CUBIC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17.7</c:v>
                </c:pt>
                <c:pt idx="1">
                  <c:v>15.1</c:v>
                </c:pt>
                <c:pt idx="2">
                  <c:v>27.5</c:v>
                </c:pt>
                <c:pt idx="3">
                  <c:v>21.4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BBR-style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13.4</c:v>
                </c:pt>
                <c:pt idx="1">
                  <c:v>5</c:v>
                </c:pt>
                <c:pt idx="2">
                  <c:v>25.9</c:v>
                </c:pt>
                <c:pt idx="3">
                  <c:v>10.8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12.7</c:v>
                </c:pt>
                <c:pt idx="1">
                  <c:v>4.3</c:v>
                </c:pt>
                <c:pt idx="2">
                  <c:v>19.8</c:v>
                </c:pt>
                <c:pt idx="3">
                  <c:v>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Share of the link next to a kernel TCP flow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30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AIMD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16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First clean repetition, completion time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 1, 2 MB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Kernel TCP</c:v>
                  </c:pt>
                  <c:pt idx="1">
                    <c:v>AIMD</c:v>
                  </c:pt>
                  <c:pt idx="2">
                    <c:v>CUBIC</c:v>
                  </c:pt>
                  <c:pt idx="3">
                    <c:v>BBR-style</c:v>
                  </c:pt>
                  <c:pt idx="4">
                    <c:v>Neural agent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2.47</c:v>
                </c:pt>
                <c:pt idx="1">
                  <c:v>14.23</c:v>
                </c:pt>
                <c:pt idx="2">
                  <c:v>12.44</c:v>
                </c:pt>
                <c:pt idx="3">
                  <c:v>6.35</c:v>
                </c:pt>
                <c:pt idx="4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Ablation, 100 random held-out paths (lower is faster)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relative to tuned AIMD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Tuned AIMD</c:v>
                  </c:pt>
                  <c:pt idx="1">
                    <c:v>Neural, final</c:v>
                  </c:pt>
                  <c:pt idx="2">
                    <c:v>no slow start</c:v>
                  </c:pt>
                  <c:pt idx="3">
                    <c:v>no pacing</c:v>
                  </c:pt>
                  <c:pt idx="4">
                    <c:v>no hand-over</c:v>
                  </c:pt>
                  <c:pt idx="5">
                    <c:v>cap 32</c:v>
                  </c:pt>
                  <c:pt idx="6">
                    <c:v>no timer floor</c:v>
                  </c:pt>
                  <c:pt idx="7">
                    <c:v>original settings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0.51</c:v>
                </c:pt>
                <c:pt idx="2">
                  <c:v>0.527</c:v>
                </c:pt>
                <c:pt idx="3">
                  <c:v>0.549</c:v>
                </c:pt>
                <c:pt idx="4">
                  <c:v>0.506</c:v>
                </c:pt>
                <c:pt idx="5">
                  <c:v>0.837</c:v>
                </c:pt>
                <c:pt idx="6">
                  <c:v>0.519</c:v>
                </c:pt>
                <c:pt idx="7">
                  <c:v>0.859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Smart-REPLIC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UDP in C, with a neural network that learns congestion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 |   Faculty: Anuradha G   |   VIT Vellore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 Rohit Arya 24BCE0819 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fast but unreliable; TCP is reliable but locked in the kernel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10312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simple. Packets can be lost, duplicated or reordered, and nothing tells the sender.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210312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it lives inside the operating system: hard to see, hard to change, hard to learn from.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rebuild the core ideas of TCP ourselves on top of UDP, in a form we can read, tune and teach a neural network to control?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and HTTP/3 take the same route: reliability built in user space over UDP.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system: protocol, learned controller, network and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Handshake, Selective Repeat, CRC-16, adaptive timer. About 470 lines of C in the 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Smart-REPLIC controller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5-32-32-5 neural network picks the window; safety net hands over to AIMD when loss is high.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routers, OSPF, VLANs and an ACL in Cisco Packet Tracer, with failover.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tools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and web chat, REPLIC Drop file race, Wireshark dissector, a C library.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on VLAN 10 uploads a file to the server LAN. The ACL blocks staff VLAN 20. If a core link fails, OSPF reroutes through R2 and the transport adapts to the longer path.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agent beats tuned AIMD on every kind of path we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to 52%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than tuned AIMD on 4 of 5 paths (real clock, 10 paired runs)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to 83%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the real Linux kernel (netem), significant on three paths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0.53x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tuned AIMD across 100 random held-out paths; faster on 89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that change mid-transfer: neural agent fastest in every case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vs 0.64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48056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with unequal RTTs, neural against AIMD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to 34%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share next to a kernel TCP flow: it does not starve TCP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network is used in every test, with no retuning. Opponents are tuned AIMD and tuned CUBIC, not weak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83% less time than tuned AIMD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182880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network on every path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clock: 10 paired runs per path, 95% intervals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3 to 5 runs per cell, all three significant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52% on the fast path, and 0.53x on 100 random paths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every alternative we built or measured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486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AIMD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clock; real kernel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to 52% less time (real clock); 65% to 83% (kernel)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AIMD, window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clock; 2 MB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on every path; 2 MB lossy file 11.9 s vs 26.6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(tuned)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clock, 10 paired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on lossy (-74%) and satellite (-34%); equal on 5G and 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BBR-style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time, 20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satellite and fast; level on 5G; BBR-style wins lossy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Q-table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transport, 15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agent slower than AIMD on 5G and satellite; neural wins all three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simulated paths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 delivered 68% of packets; REPLIC delivers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TCP (what FTP and SCP run 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Linux kernel, netem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is 1.5x to 1.7x faster than the neural agent, which is 3x to 6x faster than REPLIC with AIMD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and SCP run on kernel TCP, so the kernel TCP row is the comparison; we did not run an FTP client itself.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clock: fastest on four of five paths against tuned baselines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686800" y="1737360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fastest on 4 of 5 paths, significantly faster than tuned AIMD on all four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tuned CUBIC on lossy (-74%) and satellite (-34%)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10% loss: no significant difference between any two policies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clock, real server process; 10 paired runs per path (hostile: 5), 95% intervals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wins: it rides a higher window and backs off only on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1000" dirty="0"/>
          </a:p>
        </p:txBody>
      </p:sp>
      <p:pic>
        <p:nvPicPr>
          <p:cNvPr id="5" name="Image 0" descr="fig_cwnd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0" y="182880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lossy path, same seed, same transport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(grey) saws between 5 and 15 packets and needs 9 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(green) holds a much larger window, backs off on loss, and finishes in 4 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Linux kernel: 2.5x to 6x faster than AIMD, within 1.5x to 1.7x of TCP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tc/netem on loopback, 5 runs per cell (satellite 3)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tuned AIMD by 65% to 83%; significant on three paths, reordering not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faster than any user-space REPLIC policy, as expected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a kernel TCP flow our agent takes 24% to 34% of the link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path changes mid-transfer, the neural agent is fastest every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 changing-path cases: neural fastest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1% to 6% retransmissions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BBR-style baseline beats tuned AIMD on 4 of 5 named paths, so this is a strong opponent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BBR in virtual time; not the Linux BBR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between neural flows, and it does not starve kernel TCP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7373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identical 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short-RTT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/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/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33832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keeps the rest of the link in every case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flows are fairer than AIMD under unequal RTTs; the short-RTT flow still wins more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Coexistence: 3 runs per cell on one laptop, so shares are good to about ten points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between two real machines over the internet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7373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laptops on different networks, Tailscale relay, about 79 ms round trip; 2 MB per transfer, 5 repetitions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REPLIC transfer delivered 4,000 of 4,000 packets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1: neural 4.7 s, BBR-style 6.4 s, AIMD 14.2 s, kernel TCP 2.5 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relayed path drifted (TCP alone took 2 s to 51 s) and 4 of 20 runs timed out, so no ranking is claimed from reps 3 to 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 Drop: race the policies on any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00" dirty="0"/>
          </a:p>
        </p:txBody>
      </p:sp>
      <p:pic>
        <p:nvPicPr>
          <p:cNvPr id="5" name="Image 0" descr="drop_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131069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1828800"/>
            <a:ext cx="7406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file (up to 12 MB), pick a network, race AIMD 32, tuned AIMD and the neural agent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Example, 2 MB on lossy Wi-Fi: neural 13.0 s, AIMD 26.7 s, tuned AIMD 29.5 s (one run each)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received copy is checked byte for byte (SHA-256) and can be downloaded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 stack: libreplic sender, bin/server and the bin/impair proxy; make drop starts it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 Chat: two people, two machines, over the internet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00" dirty="0"/>
          </a:p>
        </p:txBody>
      </p:sp>
      <p:pic>
        <p:nvPicPr>
          <p:cNvPr id="5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4182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73736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a REPLIC segment; ACKs and retransmissions are visible in the live counters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Tailscale; works across the internet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 window, AIMD or Smart-REPLIC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 shows the protocol recovering in real time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in Packet Tracer: OSPF, VLANs, ACL and failover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00" dirty="0"/>
          </a:p>
        </p:txBody>
      </p:sp>
      <p:pic>
        <p:nvPicPr>
          <p:cNvPr id="5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3445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73736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0; 2 VLANs with router-on-a-stick and DHCP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PCs are blocked from staff VLAN 20 by an ACL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shutting R1 Gi0/2 reroutes through R2; 70 of 71 pings still succeed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cannot run C programs, so protocol and network are validated separately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Wireshark: a custom dissector decodes REPLIC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00" dirty="0"/>
          </a:p>
        </p:txBody>
      </p:sp>
      <p:pic>
        <p:nvPicPr>
          <p:cNvPr id="5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66160" cy="4138091"/>
          </a:xfrm>
          <a:prstGeom prst="rect">
            <a:avLst/>
          </a:prstGeom>
        </p:spPr>
      </p:pic>
      <p:pic>
        <p:nvPicPr>
          <p:cNvPr id="6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731520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Dissector network/replic.lua decodes seq, ack, flags and CRC. Left: the 3-way handshake. Right: filtering one sequence number shows its retransmissions.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REPLIC: a 13-byte header, a three-way handshake and a CRC on every packet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28800" cy="822960"/>
          </a:xfrm>
          <a:prstGeom prst="rect">
            <a:avLst/>
          </a:prstGeom>
          <a:solidFill>
            <a:srgbClr val="2DD4BF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solidFill>
            <a:srgbClr val="60A5FA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1097280" cy="822960"/>
          </a:xfrm>
          <a:prstGeom prst="rect">
            <a:avLst/>
          </a:prstGeom>
          <a:solidFill>
            <a:srgbClr val="FBBF24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1691640"/>
            <a:ext cx="1371600" cy="822960"/>
          </a:xfrm>
          <a:prstGeom prst="rect">
            <a:avLst/>
          </a:prstGeom>
          <a:solidFill>
            <a:srgbClr val="F87171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1371600" cy="822960"/>
          </a:xfrm>
          <a:prstGeom prst="rect">
            <a:avLst/>
          </a:prstGeom>
          <a:solidFill>
            <a:srgbClr val="A78BFA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solidFill>
            <a:srgbClr val="64748B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up to 512 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803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288036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 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288036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47288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472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34472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 client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60720" y="344728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1421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34640" y="401421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 server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40142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Established; data flows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581144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811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ACK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34640" y="458114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ways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760720" y="458114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of packets in flight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148072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480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34640" y="51480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760720" y="514807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numbered, acknowledged and checksummed; a corrupt packet is dropped and recovered by retransmission.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Repeat: resend only what is missing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out-of-order packets (256-packet window) and reports them in a 32-byte bitmap in every ACK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one timer per packet; adaptive timeout with a floor of 1.3 x smoothed RTT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10x fewer retransmissions than Go-Back-N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chat, 200 messages: 6.4 s against 11.9 s with AIMD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kept for comparison (--gbn)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37360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 10%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cell, 95% intervals; all gains significant except the hostile row.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congestion controllers behind one interface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per RTT, halve on loss. The TCP Reno idea.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grows as a cubic curve after loss.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BBR-style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bandwidth and RTT; paces at the estimate.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5236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learned table of window actions.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5-32-32-5 network, 1,413 weights, picks the window multiplier.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four measured values (RTT growth, loss, throughput share, window) plus the last action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actions: multiply the window by 0.5, 0.85, 1.0, 1.15 or 1.5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cap 128, slow start to 64, pacing at 2 x window / RTT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AIMD takes over while an interval loses 10% or more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matters: window cap 128, pacing, slow start and the timer floor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random paths: neural 0.53x the time of tuned AIMD, faster on 89, never more than 20% slower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cap 128 or using the original settings loses most of the gain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Evolution-strategy retraining in C added only 2%: not adopted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tested: correctness first, then four steps toward the real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Emulation in the client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repeatable; also virtual time (1000x faster, matches the real clock in 15 of 15 cells)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Impairment proxy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 on real UDP sockets adds delay, jitter, loss and a bottleneck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Linux kernel netem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kernel queues and loss on loopback, against kernel TCP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Two real machines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on different networks over the internet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unit, end-to-end, handshake, file-integrity, chat and simulator tests (make test); packet parser fuzzed under AddressSanitizer and UBSan (make fuzz)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paired seeds, 95% intervals, tuning seeds kept apart from test seeds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has the command that produced it (docs/RUNNING_ALL_TESTS.md)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along the 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learned controller (a Q-table) was not faster than AIMD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10% random loss the neural agent was 7x slower than AIMD (85 s against 11 s)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sockets exposed a lost-handshake hang, spurious timeouts (262 retransmissions for about 3 losses) and a weak checksum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early baselines were weak: untuned AIMD (window cap 32) made first wins look bigger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kernel tests were wrong four times: netem limit, untuned baseline, unequal payloads, synthetic 40-byte packets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BBR-style baseline stalled at 10% loss and took 163 s after a delay jump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pushier neighbour than AIMD or CUBIC, and results vary with the training seed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led to a 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Go-Back-N with a fixed 500 ms timer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Repeat: bitmap ACKs, per-packet timers, adaptive timer with a 1.3 x srtt floor; about 10x fewer retransmissions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Byte-sum checksum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CRC-16: 0 of 333k corrupted packets accepted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ignored data after a lost final handshake 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as in TCP, with a regression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Q-table agent, window cap 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5-32-32-5 neural network, cap 128, slow start, pacing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 7x slower than AIMD at 10% 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Hand-over to AIMD while loss is high: 13.9 s instead of 84.9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Untuned AIMD and CUBIC baselines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baselines, so every win is against a fair opponent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Faulty kernel and BBR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Netem limit, equal payloads and real 512-byte packets; kernel runs repeated; BBR stall and slow recovery fixed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state openly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still 1.5x to 1.7x faster than the neural agent on every kernel path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tuned AIMD the agent takes about 70% of a shared link; the optional polite mode fixes that but costs speed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with CUBIC under bursty cross traffic; no gain at 10% random loss; the BBR-style baseline is faster on the 2% lossy path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formally verified: certified at +-0.001 for only 43% of decisions; trained in a simulator, never on real traces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Two-machine run: one drifting relay path, 4 of 20 runs timed out, so no ranking is claimed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with kernel TCP: 3 runs per cell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what comes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baseline is the only fair opponent.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tools fail in surprising ways, so check your own numbers.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multi-machine tests on a direct network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a competing flow so fairness is learned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traces with cross traffic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to kernel TCP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github.com/Capsturrrr/replic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in the C transport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 packets, C 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(rl2)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wireless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AIMD on all three paths: 15%, 27%, 24% faster (95% intervals exclude zero)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agent does not generalise: slower on 5G-like and satellite-like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C: about 10x fewer retransmissions, no significant time change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trained in a simulator; emulated paths (not real networks); agent retransmits more on random loss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runs per cell (satellite: 8), 95% intervals. Equal-cap check (AIMD capped at 32, 10 runs): neural still wins by 19%, 29%, 28%, all significant (eval_ci4.sh).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hand over to AIMD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transport,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found: at 10% loss the neural agent is 7x slower than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while a decision interval loses 10% or more, AIMD drives the window; after 3 clean intervals the agent resumes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wins on the three benign paths, and the hostile path is no longer significantly different from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timeout cut (x0.25) was tried and dropped: it helped the hostile path but hurt the 2% path (24 s vs 9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summary: the agent helps on clean-to-moderate paths; it needs a classical safety net elsewhere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 runs, 300 packets), 95% intervals. Flag: --hybrid 0.10. Code: eval_ci6.sh.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evidence: baselines, SACK, reordering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paths, original simulator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Smart-REPLIC,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Smart-REPLIC,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simulator allowed a dup-ACK retransmission storm. With the realistic rule, stress means are AIMD 7.75 s, neural 7.27 s: about level. The TCP row is a model, not kernel TCP.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ablations, chat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flows, one bottleneck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deep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(no-loss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8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188720"/>
            <a:ext cx="5029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 short paths; takes 74% against AIMD on the 120 ms path, like a fixed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the no-shrink mask is what matters (6.54 s without it, about 3.3 s with it; AIMD 7.16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parts (delay penalty, last action, throughput input) showed no measurable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gave 3.2 to 7.4 s across seeds: seed sensitivity is a real weakness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dup-ACK retransmission storm in the chat gateway; added a live dashboard and an adaptive RTO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20 seeds; ablation on 48 stress paths. Code: web/fairness_test.py, web/ablate.py.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file transfer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flows, real sockets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MB, 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MB, fast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more aggressive neighbour than AIMD or CUBIC: no starvation, but not polite. Not trained for fairness; TCP coexistence untested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smart_client --file sends a real file; the received file is byte-identical in every run (FNV-1a hash)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 and web gateway now use the same 256-packet window and 32-byte bitmap as the C transport; interop test at 20%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fuzzing, MIT licence, architecture doc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gaps: fairness and cross traffic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tuned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 cross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Neural, 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mode: back off when a standing queue builds (jitter-aware). Share 70% to 52%; costs speed (0.53x to 0.58x of AIMD time on 100 paths, worst path 2.95x slower), so it is off by default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cross traffic (new proxy option, 8 runs): neural is 15% faster than tuned AIMD but level with CUBIC; three tweaks to fix its extra retransmissions did not help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now handles up to 16 clients at once; a test sends two files simultaneously and checks both byte-for-byte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sockets found what the emulator could not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handshake 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ignored all data after a lost final ACK: transfers hung (2 of 4 runs at 10% loss). Fixed as in TCP; regression test added.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timeouts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too tight for window bursts: 262 retransmissions for ~3 losses. Floor of 1.3 x srtt. It also made AIMD 41% faster, so the old margins were too big.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checksum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Byte-sum checksum let 2% of corrupted packets through (fuzzer). Now CRC-16: 0 of 333k accepted, sanitizers clean.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 on real UDP sockets through an impairment proxy (src/impair.c): neural agent -17% / -53% / -45% / -39% vs tuned AIMD on 5G / lossy / satellite / fast; hostile path a tie. eval_proxy.sh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hit and fixed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learned agent: an honest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behind the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Smart-REPLIC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Smart-REPLIC: a Q-learning window controller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in our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slow start and congestion avoidance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Smart-REPLIC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2026-10-12T04:00:49Z</dcterms:created>
  <dcterms:modified xsi:type="dcterms:W3CDTF">2026-10-12T04:00:49Z</dcterms:modified>
</cp:coreProperties>
</file>