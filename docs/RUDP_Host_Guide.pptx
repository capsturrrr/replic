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731520" y="1828800"/>
            <a:ext cx="10515600" cy="914400"/>
          </a:xfrm>
          <a:prstGeom prst="rect">
            <a:avLst/>
          </a:prstGeom>
          <a:noFill/>
          <a:ln/>
        </p:spPr>
        <p:txBody>
          <a:bodyPr wrap="square" lIns="0" tIns="0" rIns="0" bIns="0" rtlCol="0" anchor="ctr"/>
          <a:lstStyle/>
          <a:p>
            <a:pPr indent="0" marL="0">
              <a:buNone/>
            </a:pPr>
            <a:r>
              <a:rPr lang="en-US" sz="4400" b="1" dirty="0">
                <a:solidFill>
                  <a:srgbClr val="39FF88"/>
                </a:solidFill>
                <a:latin typeface="Calibri" pitchFamily="34" charset="0"/>
                <a:ea typeface="Calibri" pitchFamily="34" charset="-122"/>
                <a:cs typeface="Calibri" pitchFamily="34" charset="-120"/>
              </a:rPr>
              <a:t>Host guide: Smart-RUDP review</a:t>
            </a:r>
            <a:endParaRPr lang="en-US" sz="4400" dirty="0"/>
          </a:p>
        </p:txBody>
      </p:sp>
      <p:sp>
        <p:nvSpPr>
          <p:cNvPr id="3" name="Text 1"/>
          <p:cNvSpPr/>
          <p:nvPr/>
        </p:nvSpPr>
        <p:spPr>
          <a:xfrm>
            <a:off x="731520" y="2926080"/>
            <a:ext cx="10058400" cy="822960"/>
          </a:xfrm>
          <a:prstGeom prst="rect">
            <a:avLst/>
          </a:prstGeom>
          <a:noFill/>
          <a:ln/>
        </p:spPr>
        <p:txBody>
          <a:bodyPr wrap="square" lIns="0" tIns="0" rIns="0" bIns="0" rtlCol="0" anchor="ctr"/>
          <a:lstStyle/>
          <a:p>
            <a:pPr indent="0" marL="0">
              <a:buNone/>
            </a:pPr>
            <a:r>
              <a:rPr lang="en-US" sz="2000" dirty="0">
                <a:solidFill>
                  <a:srgbClr val="E6EDF3"/>
                </a:solidFill>
                <a:latin typeface="Calibri" pitchFamily="34" charset="0"/>
                <a:ea typeface="Calibri" pitchFamily="34" charset="-122"/>
                <a:cs typeface="Calibri" pitchFamily="34" charset="-120"/>
              </a:rPr>
              <a:t>For the presenter only. Each page shows one slide of the real deck, what to say, and the question it is likely to bring.</a:t>
            </a:r>
            <a:endParaRPr lang="en-US" sz="2000" dirty="0"/>
          </a:p>
        </p:txBody>
      </p:sp>
      <p:sp>
        <p:nvSpPr>
          <p:cNvPr id="4" name="Text 2"/>
          <p:cNvSpPr/>
          <p:nvPr/>
        </p:nvSpPr>
        <p:spPr>
          <a:xfrm>
            <a:off x="731520" y="4023360"/>
            <a:ext cx="10058400" cy="365760"/>
          </a:xfrm>
          <a:prstGeom prst="rect">
            <a:avLst/>
          </a:prstGeom>
          <a:noFill/>
          <a:ln/>
        </p:spPr>
        <p:txBody>
          <a:bodyPr wrap="square" lIns="0" tIns="0" rIns="0" bIns="0" rtlCol="0" anchor="ctr"/>
          <a:lstStyle/>
          <a:p>
            <a:pPr indent="0" marL="0">
              <a:buNone/>
            </a:pPr>
            <a:r>
              <a:rPr lang="en-US" sz="1600" dirty="0">
                <a:solidFill>
                  <a:srgbClr val="FFB000"/>
                </a:solidFill>
                <a:latin typeface="Calibri" pitchFamily="34" charset="0"/>
                <a:ea typeface="Calibri" pitchFamily="34" charset="-122"/>
                <a:cs typeface="Calibri" pitchFamily="34" charset="-120"/>
              </a:rPr>
              <a:t>Computer Networks | Faculty: Anuradha G | 9 Oct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Plan for the session</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Total talking time about 15 minutes, then questions.</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457200"/>
                <a:gridCol w="4206240"/>
                <a:gridCol w="914400"/>
                <a:gridCol w="457200"/>
                <a:gridCol w="4297680"/>
                <a:gridCol w="941832"/>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Slide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Slide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Title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RUDP Chat demo</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The problem</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More evidence: baselines, SACK, reordering</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Why we built it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Neural agent in the C transport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What we built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Fairness, ablations, chat fixes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Packet header</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Safety net: hand over to AIMD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Handshake and data flow</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Selective Repeat is now the default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Go-Back-N</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Final results: tuned baselines, real clock</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AIMD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Real sockets found what the emulator could not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How we tested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 fast, faithful C simulator, and what it showed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Benchmark results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Fairness and file transfer</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Problems fixed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Seeing the difference: the window</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Literature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Closing gaps: fairness and cross traffic</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Network design</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Reality check: real kernel (tc/netem)</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Packet Tracer results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Research gaps: changing paths and a BBR baseline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Smart-RUDP design</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Research gaps: fairness and trust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The AI agent in our code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Learnings and future work</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Smart-RUDP result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Thank you</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Wireshark traces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Appendix: slow start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Wireshark real capture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bl>
          </a:graphicData>
        </a:graphic>
      </p:graphicFrame>
      <p:sp>
        <p:nvSpPr>
          <p:cNvPr id="6" name="Text 3"/>
          <p:cNvSpPr/>
          <p:nvPr/>
        </p:nvSpPr>
        <p:spPr>
          <a:xfrm>
            <a:off x="457200" y="5989320"/>
            <a:ext cx="11247120" cy="457200"/>
          </a:xfrm>
          <a:prstGeom prst="rect">
            <a:avLst/>
          </a:prstGeom>
          <a:noFill/>
          <a:ln/>
        </p:spPr>
        <p:txBody>
          <a:bodyPr wrap="square" lIns="0" tIns="0" rIns="0" bIns="0" rtlCol="0" anchor="ctr"/>
          <a:lstStyle/>
          <a:p>
            <a:pPr indent="0" marL="0">
              <a:buNone/>
            </a:pPr>
            <a:r>
              <a:rPr lang="en-US" sz="1400" i="1" dirty="0">
                <a:solidFill>
                  <a:srgbClr val="B45309"/>
                </a:solidFill>
                <a:latin typeface="Calibri" pitchFamily="34" charset="0"/>
                <a:ea typeface="Calibri" pitchFamily="34" charset="-122"/>
                <a:cs typeface="Calibri" pitchFamily="34" charset="-120"/>
              </a:rPr>
              <a:t>Rules: say the limits before she asks; answer in one or two sentences; if you do not know, say what you would check.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 Title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0:20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Good morning ma'am. We are Harshavardhan, Rohit and Shloak.</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Our project is Smart-RUDP: a reliable transport protocol we built in C on top of UDP, plus a controller that learns how fast to send.</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Say the three names and the GitHub link once, then move 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 The problem</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UDP is fast but gives no guarantees: packets can be lost, duplicated or reordered.</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TCP is reliable but sits inside the operating system, so you cannot see or change it.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In 1986 the early Internet had congestion collapse: throughput fell from 32 Kbps to 40 bps. TCP's congestion control was invented to fix that.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Our question: can we rebuild TCP's core ideas ourselves, on UDP?</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Why not just use TCP? A: TCP cannot be changed or inspected; building our own makes every mechanism visible. QUIC and HTTP/3 do the same in practice.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 Why we built it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need: campus users send data to a server across a routed network. TCP is fixed in the kernel; UDP gives no guarantees.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Our answer: RUDP, a readable and tunable transport, and Smart-RUDP, which learns the window from RTT and loss.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Scenario: a student on VLAN 10 uploads to the server LAN. The ACL keeps students out of staff VLAN 20. If a core link fails, OSPF reroutes through R2: longer path, higher RTT, and the transport must adapt.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this just a lab exercise? A: A lab sends datagrams. We built reliability and congestion control on top, measured them, and used them in an application.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4. What we built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Four pieces: handshake, reliability, flow control and congestion control.</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About 670 lines of C across four source files, built in eight phases, on GitHub at Capsturrrr/rudp.</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Who did what? A: Agree one answer as a team before you go 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5. Packet header</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13-byte header: sequence 4, ack 4, flags 1, checksum 2, payload length 2.</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Fields are packed byte by byte so compiler padding never changes the wire format.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 data packet is 53 bytes on the wire; ACKs and handshake packets are 13.</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How does the checksum work? A: 16-bit one's-complement sum over header and payload, like UDP/TCP. A corrupted packet fails and is recovered by retransmission.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6. Handshake and data flow</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Three-way handshake: SYN, SYN-ACK, ACK. Then data, up to a window of packets in flight.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ACKs are cumulative: ACK N confirms everything before N. FIN closes the connection.</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The server accepts a new SYN in any state, so a killed client can never leave it stuck. That was a real bug we fixed.</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What if the peer disappears? A: Sender keeps retransmitting on timeout. An abort after repeated timeouts is not implemented; it is the fix we would add.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7. Go-Back-N</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The window is the number of packets in flight; it started fixed at 4 and is now driven by the congestion window.</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Timeout is 500 ms; fast retransmit triggers after 3 duplicate ACKs, no waiting for the timer.</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Proof: in a 20% loss netem capture we saw 12 timeouts about 500 ms apart. Result: the 2,442-byte message reassembled correctly.</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Why Go-Back-N? A: Simpler to build and explain. It wastes bandwidth under loss; Selective Repeat with SACK is our stated future work.</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8. AIMD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Slow start: window grows by one per ACK until the threshold of 16. Then avoidance: plus 1/window per ACK.</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Three duplicate ACKs: window halves. A timeout: window resets to 1 and the threshold halves. Cap is 32.</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The graph shows fresh runs at 0, 10, 20 and 40 percent loss. Red marks are timeouts, green are fast retransmits.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Why cap 32 and ssthresh 16? A: The cap stops a lossless run growing without bound; 16 is where doubling switches to linear growth.</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9. How we tested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Three tools: a loss simulator inside the code (used for the benchmark), Linux tc/netem injecting real loss on loopback, and Wireshark/tshark.</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Windows Wireshark could not see WSL loopback, so we captured with tshark inside WSL and copied the file across.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the loss real? A: Benchmark and chat loss is simulated in the program. We also captured a real loopback run with tshark and netem loss.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10. Benchmark results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62 of 62 packets were delivered at every loss level from 0 to 40 percent.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Higher loss costs time and retransmissions, never correctness.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Single runs? A: Yes, the original benchmark ran each level once. Smart-RUDP evaluation uses 6 runs per scenario.</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11. Problems fixed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Server stuck after a killed client: it hung 15.5 s; fix was to accept SYN in any state.</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 leftover netem rule distorted results; we now check tc qdisc before each test.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Windows Wireshark saw nothing: capture inside WSL.</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Benchmark script portability: replaced date and grep tricks with awk and sed.</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Say these quickly: it shows real debugging, which is what separates a project from a lab.</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12. Literature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0:30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Jacobson and Karels 1988 is the origin of AIMD; Chiu and Jain 1989 explains why it converges fairly.</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RFC 5681 is the standard; CUBIC is future work; QUIC and RFC 9000 are reliable transport over UDP in production.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AI part comes from Midhula and Arun Raj Kumar (2024) and Cao et al. (2023, DRLFcc): deep reinforcement learning for congestion control. Smart-RUDP applies the same idea with a smaller tabular Q-learning agent.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Key researcher: Van Jacobson.</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Why AIMD? A: Chiu and Jain show it converges to a fair share. Q: Are those papers deep RL and yours is not? A: Yes; we used a lookup table, which is simpler and inspectable.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13. Network design</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Four routers, OSPF area 0: R1, R2, R3 form a triangle and R4 is a branch.</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Two VLANs with router-on-a-stick, DHCP on R1 and R4, and an access list blocking student to staff.</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Server LAN is metric 2 via R3; branch is metric 3 via R2. Failover: shutting R1 Gi0/2 still gave 70 of 71 pings, rerouted via R2.</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Does RUDP run inside Packet Tracer? A: No, it cannot run C. Packet Tracer validates the network design; protocol is validated on one machine plus Wireshark.</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14. Packet Tracer results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Left: OSPF routes on R1 with the metrics. Middle: the link-failure test, 70 of 71 pings. Right: the ACL, where the student gets destination unreachable to staff but the server is still reachable (TTL 126).</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If asked to show it live: have the .pkt file open and follow Demo_Steps.txt.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15. Smart-RUDP design</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Q-learning with 80 states (RTT ratio, loss fraction, window size), sampled once per RTT.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Five actions: multiply the window by 0.5, 0.85, 1.0, 1.15 or 1.5.</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Reward: throughput gained, minus delay growth, minus retransmissions. Same Go-Back-N reliability; only the window policy changes. Paths are emulated in the program: 5G-like, lossy wireless, satellite-like.</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it really learning? A: Yes, 40 training episodes; the learning-curve figure shows it. It is small and tabular with limited training.</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16. The AI agent in our code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This is the agent itself. Left: rl_cc.h, 73 lines of C. The state is 80 buckets of RTT ratio, loss and window size.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choose picks one of five window multipliers, usually the best, sometimes random so it keeps exploring.</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update is the Q-learning rule: move the value of the action we took toward the reward plus the best value of the next state.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Right: the loop in smart_client.c. Once per RTT it computes the reward, throughput minus delay growth minus loss, updates the table, picks the next action and scales the window.</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code on the slide is simplified; the real files are in the repo.</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built a deep version: web/dqn.py is a small neural network, two hidden layers of 32, trained with DQN in the same simulator. It reads continuous inputs instead of buckets.</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this deep RL? A: The C agent is tabular. The chat also has a deep agent, a small DQN in numpy (5-32-32-5). Q: Does deep beat the table? A: Modestly: 3.20 s vs 3.73 s mean on 48 unseen paths, faster on 19, slower on 6. Q: Any problem? A: Training is seed-sensitive: 1 of 4 seeds failed, so we select on validation paths. It is simulated and not in the C code. Q: Where is it trained? A: web/train.py for the chat, the smart client trains online for the main experiments; table in results/q_chat.txt.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17. Smart-RUDP result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Be honest: it did not beat AIMD. Plus 63 percent time on 5G-like, plus 10 percent on satellite, a tie on the lossy path.</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It used somewhat fewer retransmissions on two paths, within run-to-run noise.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Earlier training rounds were much worse; this is the final configuration. The finding is that a simple learner does not beat a tuned rule.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In the chat, retrained for bursty random-loss traffic, it does beat AIMD on most simulated paths; mention that on slide 19.</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Then what was the point? A: The experiment. We tested whether a learned window helps and report the answer, including the negative result.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18. Wireshark traces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We wrote a Lua dissector, named smartrudp, that decodes sequence, ack, flags, checksum and length.</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Useful filters: smartrudp.flags.data == 1 and smartrudp.seq == N.</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In a 400-packet lossy run the receiver saw 87 (AIMD) and 95 (Smart) repeated data segments.</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The program's exported trace uses topology addresses and has no handshake.</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Why no handshake in the export? A: The export builds synthetic packets. The real tshark capture on the next slide shows the handshake.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19. Wireshark real capture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Left: the first three packets, SYN, SYN-ACK and ACK, decoded by our dissector (filter frame.number &lt;= 3).</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Right: filter smartrudp.seq == N shows the same segment twice, a retransmission.</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If Wireshark is open live: Analyze, Decode As, UDP 8888 = RUDP, then use these two filters.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20. RUDP Chat demo</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protocol in use: each message is one numbered, checksummed RUDP segment, ACKed in order.</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There is a terminal version and a browser version; two devices were linked over Tailscale, laptop and phone.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Drag the loss slider: lost messages are resent and still arrive in order. The right panel shows sent, lost and resent counts and the log.</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There is a controller switch: fixed window, AIMD, or Smart-RUDP. For the chat we retrained Smart-RUDP on simulated paths: it was faster than AIMD on 5 of 6 held-out paths and equal on 1, because AIMD resets to one packet on random loss. Say it is simulated, and that the agent may not shrink the window without a congestion signal. Stress test: 48 random paths the agent never trained on, 3 seeds each. Mean delivery time was 3.73 seconds for Smart-RUDP against 7.16 for AIMD. Smart-RUDP was faster on 27 paths, slower on 5, within 5 percent on 16. So on our data, in simulation, it beats AIMD in the chat setting. There is also a deep neural-network option in the controller dropdown; it gave 3.20 seconds mean on the stress paths against 3.73 for the table.</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that a fair win? A: Both start from the same window of 10; held-out paths and seeds; honest limits: simulated, and without the no-shrink rule the agent lost. Q: Did it win in Section 8? A: No, that result stands. Q: Where does it lose? A: Tight bottleneck queues and very high loss; the fixed window of 8 is hard to beat there. A broader-trained agent did worse, so we kept the first.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21. More evidence: baselines, SACK, reordering</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abstract also promised TCP and plain UDP baselines, so we ran them on the same 48 unseen simulated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Plain UDP delivered only 68 percent of the messages, so reliability is needed. Our TCP model, with selective acknowledgments, has the lowest median at 1.48 seconds.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Smart-RUDP deep is at 3.20 seconds mean and is about even with the TCP model path by path: faster on 22, slower on 23.</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gap to TCP is mostly Go-Back-N. A selective-ack version of our transport cut AIMD from 7.16 to 4.90 seconds in simulation.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Reordering hurts Go-Back-N badly: AIMD goes from 0.82 to 6.79 seconds at 20 milliseconds of jitter. The learned agents cope better and selective ack removes most of the damage.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For the C experiments we repeated 20 runs per mode: Smart-RUDP is still slower on 5G and satellite and ties on lossy.</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Be upfront: our simulator originally allowed a duplicate-ACK retransmission storm that flatters aggressive controllers. With the realistic rule the neural agent is about level with AIMD in simulation (7.27 s against 7.75 s). The C results are the evidence we rely on.</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the TCP row real TCP? A: No, it is a model with the same window cap; real kernel TCP needs netem on Linux, and we provide the script. Q: Why did you not implement SACK in C? A: Time; the simulation shows it is the biggest win and it is the first item of future work. Q: Is 20 runs enough? A: The intervals exclude zero for 5G and satellite and include zero for lossy. Did you check it is not a simulator artefact? Yes: with the realistic rule the simulated gain mostly disappears, so we lean on the C results, which use that rule and equal window caps.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22. Neural agent in the C transport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then put the neural agent into the C transport, the same code as Section 8, and tested it on the same three emulated paths with 15 runs each.</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AIMD and the agents all start from a window of 10. The neural agent was faster than AIMD on all three: 15 percent on 5G-like, 27 percent on lossy, 24 percent on satellite-like. The intervals exclude zero.</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retrained table did not carry over: it was slower on 5G and satellite. A network generalises to unseen paths where a table does not.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added selective acknowledgments to the C code: about ten times fewer retransmissions, but no significant change in completion time on these emulated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reran it with AIMD capped at 32 like the agent: the neural agent still wins by 19, 29 and 28 percent, all significant.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So Smart-RUDP now beats AIMD? A: The neural version does, in the C transport on emulated paths, trained in a simulator; the original table agent in Section 8 did not. Q: Is it fair? A: Same start window; AIMD keeps a cap of 128 while the agents are capped at 32; the agent retransmits more on random loss. Q: Why no gain from SACK? A: Those paths are limited by the bottleneck rate, so extra retransmissions cost little; the simulator, with different paths, showed a large gain.</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23. Fairness, ablations, chat fixes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tested two things people ask about. Fairness: two flows through one bottleneck. The neural agent is fair against itself and on short paths, but takes 74 percent against AIMD on the long 120 ms path, about like a fixed window.</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Ablation: we retrained the agent with one piece removed. Only the no-shrink mask matters; without it the agent is no better than AIMD. The other pieces showed no measurable value.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same recipe also gave very different results by seed, between 3.2 and 7.4 seconds, so we pick the seed on validation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While building the dashboard we found a retransmission storm in the web gateway and fixed it; there is also an adaptive timeout option now.</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the agent fair? Mostly, but not on the long path against AIMD (74% share, Jain 0.82). Fairness was only tested in the simulator, not in C.</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24. Safety net: hand over to AIMD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While checking our own result we found where the neural agent fails: on a hostile path with 10 percent loss it needed about 85 seconds where AIMD needed 11.</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fix is a hand-over: when a decision interval loses 10 percent or more of its packets, plain AIMD controls the window; after three clean intervals the agent takes over again.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With that, the three benign paths keep the agent's advantage and the hostile path is back near AIMD at about 14 seconds.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tried cutting the window on every timeout; it fixed the hostile case but made the 2 percent path much worse, so we dropped it. So the learned agent is useful on clean to moderate paths and needs a classical safety net elsewhere.</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the hybrid still 'AI'? Yes on clean and moderate paths, where the neural network decides; on heavy loss it deliberately defers to AIMD. It is a rule we added, not something the network learned.</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25. Selective Repeat is now the default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swapped Go-Back-N for Selective Repeat as the default. The receiver now keeps out-of-order packets and tells the sender exactly which ones it holds in a bitmap inside every ACK; the sender has one timer per packet and resends only what is missing.</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result: about ten times fewer retransmissions, and the neural agent's lead over AIMD grows to 46 percent on the lossy path and 50 percent on the satellite path.</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10 percent loss failure we found earlier was mostly a Go-Back-N effect: with Selective Repeat the agent ties AIMD there.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Go-Back-N is still in the code behind a flag, and the earlier tables in the report were measured with it and are labelled that way.</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it textbook Selective Repeat? Nearly: per-packet timers and a buffering receiver, but we use a cumulative ACK plus a 64-bit bitmap instead of one ACK per packet, and the window is capped at 60.</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26. Final results: tuned baselines, real clock</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This is the final comparison. Everything runs in the C transport with Selective Repeat, a real clock and a real server process. We compare four policies: the original AIMD with a window cap of 32, AIMD tuned with a cap of 128, tuned CUBIC, and the neural agent with its final settings.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neural agent is fastest on four of the five paths and significantly faster than tuned AIMD on all four: 15 percent on the 5G-like path, 49 percent on lossy, and 52 percent on the satellite-like and fast paths. It beats CUBIC significantly on lossy and satellite. On the hostile 10 percent loss path nothing is significantly different.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One correction we want to be upfront about: earlier we reported bigger margins and 262 retransmissions on the fast path. That came from a timer that fired too early. Fixing it helped AIMD even more than the agent, so these numbers are the honest ones.</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did the margin shrink? A retransmission timer defect was hurting AIMD more than the agent. We found it by tracing the retransmissions, fixed it for every policy, and re-ran everything. Without the fix AIMD is 41 percent slower on random paths.</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27. Real sockets found what the emulator could not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emulator is inside our client, so we also tested through a separate impairment process on real UDP sockets. That found three real defects.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First, if the client's last handshake ACK is lost, the server ignored all following data and the transfer hung. We fixed it the way TCP does and added a regression test. Second, the spurious timeouts I just mentioned. Third, a fuzzer showed our byte-sum checksum let about 2 percent of corrupted packets through, so it is now CRC-16 and the fuzzer accepts none.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On real sockets the neural agent is again fastest on every path: 17, 53, 45 and 39 percent faster than tuned AIMD on 5G, lossy, satellite and fast, and a tie on the hostile path.</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this a real network? It is real UDP sockets on one machine, with the impairment applied by a separate process. It is not a kernel netem or a multi-machine path; we provide the script for that but had no root access.</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28. A fast, faithful C simulator, and what it showed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Our old simulator was in Python and never matched the C code exactly. So we added a virtual-time mode to the C sender itself: same code, simulated receiver and clock, about a thousand times faster. It reproduces the real-clock results in all 15 calibration cells.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That let us test on 100 random paths that we never tuned on. The neural agent needs 0.53 times the time of tuned AIMD, is faster on 89 paths and never more than 20 percent slower. Tuned CUBIC is slower by more than 20 percent on 27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ablation shows which parts matter: the window cap of 128 most, then pacing, the timer floor and slow start. We also tried evolution-strategy retraining directly in the C sender and it only gave 2 percent, so we did not adopt it.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the test set separate from tuning? Yes. Slow-start and hand-over settings were chosen on a different set of random paths; the 100 test paths were used only for the reported numbers.</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29. Fairness and file transfer</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Fairness on real sockets: two neural flows split the link evenly, and so do two AIMD flows. But against tuned AIMD the neural agent takes 68 percent of the link, and 76 percent against the original AIMD. CUBIC takes 61 percent. So the agent is a more aggressive neighbour. Nothing starves, but it is not polite, and we did not test coexistence with TCP. That is our main limitation.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added file transfer: the sender sends a real file and the received file is byte-identical in every run. A 4 megabyte file over the fast path takes 8.9 seconds with the agent against 21 seconds with tuned AIMD.</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chat and web gateway now use the same window and bitmap as the C transport, and there is CI, fuzzing and an architecture document.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Would this be safe to deploy? Not on a shared link yet: it needs fairness-aware training and TCP coexistence tests. For a dedicated path it is a clear win.</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30. Seeing the difference: the window</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This is the congestion window on the lossy path, same seed for both. AIMD, in grey, climbs one packet per round trip and halves on every loss, so it never gets above about 15 packets and takes nine seconds. The neural agent, in green, runs much higher, backs off when it sees loss or queueing delay, and finishes in four seconds. The figure comes from our virtual-time sender and can be regenerated with make figures.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does the agent's window jump around so much? It picks one of five multipliers about once per round trip, so it moves in steps; that is the cost of a learned policy with a coarse action set.</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31. Closing gaps: fairness and cross traffic</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worked on the weaknesses we had listed. For fairness we added an optional polite mode: when a standing queue builds, the agent backs off. Over 8 runs against tuned AIMD it takes 52 percent of the link instead of 70, and the Jain index rises from 0.86 to 0.94. The price is speed: on 100 random paths the average time goes from 0.53 to 0.58 times AIMD's, and the worst path is 2.95 times slower, so it stays off by default.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added bursty cross traffic to the test proxy. Here the result is less flattering: the agent is 15 percent faster than tuned AIMD, but level with CUBIC, and it retransmits about three times as often as AIMD. Three tweaks did not fix that, so we report it as a limit. Finally the server now handles up to 16 clients, checked by sending two files at once.</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polite mode learned? No. It is a hand-made rule on the delay signal. A learned version needs a two-flow training environment, which is future work.</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32. Reality check: real kernel (tc/netem)</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Until now our real-socket tests ran through our own proxy. We repeated them on the Linux kernel itself, using tc netem, with kernel TCP in the same table.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Against tuned AIMD the neural agent is 61 percent faster on the lossy path, 70 percent on the 5G-like path and 83 percent on the satellite path. All three are highly significant. On the reordering path it is 33 percent faster but that is not significant.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Kernel TCP is still faster than our agent on every path, between one and a half and three times. We are not claiming to beat TCP.</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Our first three runs were wrong: the netem queue limit counted packets in flight, our baseline was untuned, and TCP sent bigger payloads. We found that, fixed it and re-ran everything.</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Does it beat TCP? A: No. It beats our AIMD baselines on a real kernel path; mature kernel TCP is faster, by 1.5x to 3.2x. Q: Why were the first runs wrong? A: netem's limit also counts packets in the delay line, so a large window overflowed it on the satellite path.</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33. Research gaps: changing paths and a BBR baseline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Two more research gaps we tested.</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First, paths that change during a transfer: we added a --dyn option so bandwidth and delay change mid-run.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neural agent was fastest in all four cases, 6 to 53 percent faster than tuned AIMD, but it retransmits 1 to 6 percent of packets.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Second, a stronger baseline: a simplified BBR.</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It beats tuned AIMD on four of five paths and is actually faster than our agent on the 2 percent lossy path, 8.2 seconds against 9.8.</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Be honest that our BBR is a simplification and that two bugs in it were found and fixed by these tests.</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your BBR the real one? No: a simplified version with no ProbeRTT and no BBRv3 loss response; the comparison is against a BBR-style policy.</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34. Research gaps: fairness and trust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Fairness and trust.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Two neural flows with unequal round-trip times share the link more evenly than two AIMD flows, Jain 0.84 against 0.64 at 150 ms extra RTT, but still favour the short-RTT flow; six pairs per cell so only the largest gap is clear.</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A small decision tree agrees with the network on only 79 percent of decisions but gives the same transfer time on four of five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Noise on the inputs costs at most 12 percent.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Formal certification only works at tiny perturbations, so the agent is robust in practice but not proven.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kernel TCP coexistence measurement is written but not yet run.</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Did you test against kernel TCP? The script is written but the measurement still has to be run on a Linux host with tc.</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35. Learnings and future work</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What we learned: reliability is a set of simple rules working together, congestion control matters as much as retransmission, and tests tell you things about your own results that you do not want to hear.</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Our limits: no kernel netem or multi-machine test, the agent is not a polite neighbour, there is no gain at 10 percent random loss, and the tabular agent did not beat AIMD.</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Next: fairness-aware training with TCP coexistence, training on real traces, and kernel and multi-machine tests.</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What would you do first? Run the netem script on a Linux machine for kernel TCP and RUDP on the same path, then add a competing flow to the training.</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36. Thank you</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0:15</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Thank you. The code, report and captures are at github.com/Capsturrrr/rudp. Happy to take questions.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Pause and smile; hand over to questions.</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37. Appendix: slow start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Only if asked: the window starts at 1, adds 1 per ACK until the threshold 16, then 1/window per ACK. In the 62-packet run the final window was 18.71.</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Use this slide to answer 'show me congestion avoidance'.</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Hard questions and short answers (1 of 3)</a:t>
            </a:r>
            <a:endParaRPr lang="en-US" sz="2600" dirty="0"/>
          </a:p>
        </p:txBody>
      </p:sp>
      <p:sp>
        <p:nvSpPr>
          <p:cNvPr id="3" name="Shape 1"/>
          <p:cNvSpPr/>
          <p:nvPr/>
        </p:nvSpPr>
        <p:spPr>
          <a:xfrm>
            <a:off x="457200" y="1143000"/>
            <a:ext cx="11274552" cy="36576"/>
          </a:xfrm>
          <a:prstGeom prst="rect">
            <a:avLst/>
          </a:prstGeom>
          <a:solidFill>
            <a:srgbClr val="1F6FEB"/>
          </a:solidFill>
          <a:ln w="12700">
            <a:solidFill>
              <a:srgbClr val="1F6FEB"/>
            </a:solidFill>
            <a:prstDash val="solid"/>
          </a:ln>
        </p:spPr>
      </p:sp>
      <p:sp>
        <p:nvSpPr>
          <p:cNvPr id="4" name="Shape 2"/>
          <p:cNvSpPr/>
          <p:nvPr/>
        </p:nvSpPr>
        <p:spPr>
          <a:xfrm>
            <a:off x="457200" y="1371600"/>
            <a:ext cx="11274552" cy="914400"/>
          </a:xfrm>
          <a:prstGeom prst="rect">
            <a:avLst/>
          </a:prstGeom>
          <a:solidFill>
            <a:srgbClr val="F2F6FB"/>
          </a:solidFill>
          <a:ln w="9525">
            <a:solidFill>
              <a:srgbClr val="D5DEE9"/>
            </a:solidFill>
            <a:prstDash val="solid"/>
          </a:ln>
        </p:spPr>
      </p:sp>
      <p:sp>
        <p:nvSpPr>
          <p:cNvPr id="5" name="Text 3"/>
          <p:cNvSpPr/>
          <p:nvPr/>
        </p:nvSpPr>
        <p:spPr>
          <a:xfrm>
            <a:off x="640080" y="141732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this a lab exercise?</a:t>
            </a:r>
            <a:endParaRPr lang="en-US" sz="1500" dirty="0"/>
          </a:p>
        </p:txBody>
      </p:sp>
      <p:sp>
        <p:nvSpPr>
          <p:cNvPr id="6" name="Text 4"/>
          <p:cNvSpPr/>
          <p:nvPr/>
        </p:nvSpPr>
        <p:spPr>
          <a:xfrm>
            <a:off x="640080" y="173736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A lab sends datagrams. We built reliability and congestion control on top, measured them, and used them in a real chat and a routed network.</a:t>
            </a:r>
            <a:endParaRPr lang="en-US" sz="1350" dirty="0"/>
          </a:p>
        </p:txBody>
      </p:sp>
      <p:sp>
        <p:nvSpPr>
          <p:cNvPr id="7" name="Shape 5"/>
          <p:cNvSpPr/>
          <p:nvPr/>
        </p:nvSpPr>
        <p:spPr>
          <a:xfrm>
            <a:off x="457200" y="2377440"/>
            <a:ext cx="11274552" cy="914400"/>
          </a:xfrm>
          <a:prstGeom prst="rect">
            <a:avLst/>
          </a:prstGeom>
          <a:solidFill>
            <a:srgbClr val="F2F6FB"/>
          </a:solidFill>
          <a:ln w="9525">
            <a:solidFill>
              <a:srgbClr val="D5DEE9"/>
            </a:solidFill>
            <a:prstDash val="solid"/>
          </a:ln>
        </p:spPr>
      </p:sp>
      <p:sp>
        <p:nvSpPr>
          <p:cNvPr id="8" name="Text 6"/>
          <p:cNvSpPr/>
          <p:nvPr/>
        </p:nvSpPr>
        <p:spPr>
          <a:xfrm>
            <a:off x="640080" y="242316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Why not TCP?</a:t>
            </a:r>
            <a:endParaRPr lang="en-US" sz="1500" dirty="0"/>
          </a:p>
        </p:txBody>
      </p:sp>
      <p:sp>
        <p:nvSpPr>
          <p:cNvPr id="9" name="Text 7"/>
          <p:cNvSpPr/>
          <p:nvPr/>
        </p:nvSpPr>
        <p:spPr>
          <a:xfrm>
            <a:off x="640080" y="274320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TCP is in the kernel and cannot be changed. Building our own makes every mechanism visible. QUIC and HTTP/3 do the same.</a:t>
            </a:r>
            <a:endParaRPr lang="en-US" sz="1350" dirty="0"/>
          </a:p>
        </p:txBody>
      </p:sp>
      <p:sp>
        <p:nvSpPr>
          <p:cNvPr id="10" name="Shape 8"/>
          <p:cNvSpPr/>
          <p:nvPr/>
        </p:nvSpPr>
        <p:spPr>
          <a:xfrm>
            <a:off x="457200" y="3383280"/>
            <a:ext cx="11274552" cy="914400"/>
          </a:xfrm>
          <a:prstGeom prst="rect">
            <a:avLst/>
          </a:prstGeom>
          <a:solidFill>
            <a:srgbClr val="F2F6FB"/>
          </a:solidFill>
          <a:ln w="9525">
            <a:solidFill>
              <a:srgbClr val="D5DEE9"/>
            </a:solidFill>
            <a:prstDash val="solid"/>
          </a:ln>
        </p:spPr>
      </p:sp>
      <p:sp>
        <p:nvSpPr>
          <p:cNvPr id="11" name="Text 9"/>
          <p:cNvSpPr/>
          <p:nvPr/>
        </p:nvSpPr>
        <p:spPr>
          <a:xfrm>
            <a:off x="640080" y="342900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Did Smart-RUDP win?</a:t>
            </a:r>
            <a:endParaRPr lang="en-US" sz="1500" dirty="0"/>
          </a:p>
        </p:txBody>
      </p:sp>
      <p:sp>
        <p:nvSpPr>
          <p:cNvPr id="12" name="Text 10"/>
          <p:cNvSpPr/>
          <p:nvPr/>
        </p:nvSpPr>
        <p:spPr>
          <a:xfrm>
            <a:off x="640080" y="374904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Yes, in the final C transport against tuned baselines: 15 to 52 percent less time than tuned AIMD on four ordinary paths (real clock, real sockets and 100 random held-out paths agree), a tie on the 10 percent loss path. Against a simplified BBR it wins on the satellite-like and fast paths and loses on the 2 percent lossy path. The first tabular agent did not beat AIMD, and we say so.</a:t>
            </a:r>
            <a:endParaRPr lang="en-US" sz="1350" dirty="0"/>
          </a:p>
        </p:txBody>
      </p:sp>
      <p:sp>
        <p:nvSpPr>
          <p:cNvPr id="13" name="Shape 11"/>
          <p:cNvSpPr/>
          <p:nvPr/>
        </p:nvSpPr>
        <p:spPr>
          <a:xfrm>
            <a:off x="457200" y="4389120"/>
            <a:ext cx="11274552" cy="914400"/>
          </a:xfrm>
          <a:prstGeom prst="rect">
            <a:avLst/>
          </a:prstGeom>
          <a:solidFill>
            <a:srgbClr val="F2F6FB"/>
          </a:solidFill>
          <a:ln w="9525">
            <a:solidFill>
              <a:srgbClr val="D5DEE9"/>
            </a:solidFill>
            <a:prstDash val="solid"/>
          </a:ln>
        </p:spPr>
      </p:sp>
      <p:sp>
        <p:nvSpPr>
          <p:cNvPr id="14" name="Text 12"/>
          <p:cNvSpPr/>
          <p:nvPr/>
        </p:nvSpPr>
        <p:spPr>
          <a:xfrm>
            <a:off x="640080" y="443484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Why Go-Back-N?</a:t>
            </a:r>
            <a:endParaRPr lang="en-US" sz="1500" dirty="0"/>
          </a:p>
        </p:txBody>
      </p:sp>
      <p:sp>
        <p:nvSpPr>
          <p:cNvPr id="15" name="Text 13"/>
          <p:cNvSpPr/>
          <p:nvPr/>
        </p:nvSpPr>
        <p:spPr>
          <a:xfrm>
            <a:off x="640080" y="475488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We started with it because it is simple to build and explain, then replaced it as the default with Selective Repeat: the receiver buffers out-of-order packets and reports them in an ACK bitmap, and the sender resends only what is missing. Go-Back-N stays behind a flag for comparison.</a:t>
            </a:r>
            <a:endParaRPr lang="en-US" sz="1350" dirty="0"/>
          </a:p>
        </p:txBody>
      </p:sp>
      <p:sp>
        <p:nvSpPr>
          <p:cNvPr id="16" name="Shape 14"/>
          <p:cNvSpPr/>
          <p:nvPr/>
        </p:nvSpPr>
        <p:spPr>
          <a:xfrm>
            <a:off x="457200" y="5394960"/>
            <a:ext cx="11274552" cy="914400"/>
          </a:xfrm>
          <a:prstGeom prst="rect">
            <a:avLst/>
          </a:prstGeom>
          <a:solidFill>
            <a:srgbClr val="F2F6FB"/>
          </a:solidFill>
          <a:ln w="9525">
            <a:solidFill>
              <a:srgbClr val="D5DEE9"/>
            </a:solidFill>
            <a:prstDash val="solid"/>
          </a:ln>
        </p:spPr>
      </p:sp>
      <p:sp>
        <p:nvSpPr>
          <p:cNvPr id="17" name="Text 15"/>
          <p:cNvSpPr/>
          <p:nvPr/>
        </p:nvSpPr>
        <p:spPr>
          <a:xfrm>
            <a:off x="640080" y="544068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Tests ran on one machine?</a:t>
            </a:r>
            <a:endParaRPr lang="en-US" sz="1500" dirty="0"/>
          </a:p>
        </p:txBody>
      </p:sp>
      <p:sp>
        <p:nvSpPr>
          <p:cNvPr id="18" name="Text 16"/>
          <p:cNvSpPr/>
          <p:nvPr/>
        </p:nvSpPr>
        <p:spPr>
          <a:xfrm>
            <a:off x="640080" y="576072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Yes. Delay, loss and jitter are emulated in our client, in a separate proxy on real UDP sockets, and in virtual time; these agree with each other. We also ran it once on the Linux kernel with tc netem on one laptop: the agent beat tuned AIMD there, but kernel TCP was 1.5 to 3.2 times faster than us. No multi-machine path was tested.</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Hard questions and short answers (2 of 3)</a:t>
            </a:r>
            <a:endParaRPr lang="en-US" sz="2600" dirty="0"/>
          </a:p>
        </p:txBody>
      </p:sp>
      <p:sp>
        <p:nvSpPr>
          <p:cNvPr id="3" name="Shape 1"/>
          <p:cNvSpPr/>
          <p:nvPr/>
        </p:nvSpPr>
        <p:spPr>
          <a:xfrm>
            <a:off x="457200" y="1143000"/>
            <a:ext cx="11274552" cy="36576"/>
          </a:xfrm>
          <a:prstGeom prst="rect">
            <a:avLst/>
          </a:prstGeom>
          <a:solidFill>
            <a:srgbClr val="1F6FEB"/>
          </a:solidFill>
          <a:ln w="12700">
            <a:solidFill>
              <a:srgbClr val="1F6FEB"/>
            </a:solidFill>
            <a:prstDash val="solid"/>
          </a:ln>
        </p:spPr>
      </p:sp>
      <p:sp>
        <p:nvSpPr>
          <p:cNvPr id="4" name="Shape 2"/>
          <p:cNvSpPr/>
          <p:nvPr/>
        </p:nvSpPr>
        <p:spPr>
          <a:xfrm>
            <a:off x="457200" y="1371600"/>
            <a:ext cx="11274552" cy="914400"/>
          </a:xfrm>
          <a:prstGeom prst="rect">
            <a:avLst/>
          </a:prstGeom>
          <a:solidFill>
            <a:srgbClr val="F2F6FB"/>
          </a:solidFill>
          <a:ln w="9525">
            <a:solidFill>
              <a:srgbClr val="D5DEE9"/>
            </a:solidFill>
            <a:prstDash val="solid"/>
          </a:ln>
        </p:spPr>
      </p:sp>
      <p:sp>
        <p:nvSpPr>
          <p:cNvPr id="5" name="Text 3"/>
          <p:cNvSpPr/>
          <p:nvPr/>
        </p:nvSpPr>
        <p:spPr>
          <a:xfrm>
            <a:off x="640080" y="141732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What does Packet Tracer prove?</a:t>
            </a:r>
            <a:endParaRPr lang="en-US" sz="1500" dirty="0"/>
          </a:p>
        </p:txBody>
      </p:sp>
      <p:sp>
        <p:nvSpPr>
          <p:cNvPr id="6" name="Text 4"/>
          <p:cNvSpPr/>
          <p:nvPr/>
        </p:nvSpPr>
        <p:spPr>
          <a:xfrm>
            <a:off x="640080" y="173736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The network design: OSPF, VLANs, ACL, 70/71 failover. The protocol is validated separately with emulation and Wireshark.</a:t>
            </a:r>
            <a:endParaRPr lang="en-US" sz="1350" dirty="0"/>
          </a:p>
        </p:txBody>
      </p:sp>
      <p:sp>
        <p:nvSpPr>
          <p:cNvPr id="7" name="Shape 5"/>
          <p:cNvSpPr/>
          <p:nvPr/>
        </p:nvSpPr>
        <p:spPr>
          <a:xfrm>
            <a:off x="457200" y="2377440"/>
            <a:ext cx="11274552" cy="914400"/>
          </a:xfrm>
          <a:prstGeom prst="rect">
            <a:avLst/>
          </a:prstGeom>
          <a:solidFill>
            <a:srgbClr val="F2F6FB"/>
          </a:solidFill>
          <a:ln w="9525">
            <a:solidFill>
              <a:srgbClr val="D5DEE9"/>
            </a:solidFill>
            <a:prstDash val="solid"/>
          </a:ln>
        </p:spPr>
      </p:sp>
      <p:sp>
        <p:nvSpPr>
          <p:cNvPr id="8" name="Text 6"/>
          <p:cNvSpPr/>
          <p:nvPr/>
        </p:nvSpPr>
        <p:spPr>
          <a:xfrm>
            <a:off x="640080" y="242316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Peer disappears?</a:t>
            </a:r>
            <a:endParaRPr lang="en-US" sz="1500" dirty="0"/>
          </a:p>
        </p:txBody>
      </p:sp>
      <p:sp>
        <p:nvSpPr>
          <p:cNvPr id="9" name="Text 7"/>
          <p:cNvSpPr/>
          <p:nvPr/>
        </p:nvSpPr>
        <p:spPr>
          <a:xfrm>
            <a:off x="640080" y="274320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Sender keeps retransmitting on timeout. A connection abort after repeated timeouts is not built; it is the fix we would add.</a:t>
            </a:r>
            <a:endParaRPr lang="en-US" sz="1350" dirty="0"/>
          </a:p>
        </p:txBody>
      </p:sp>
      <p:sp>
        <p:nvSpPr>
          <p:cNvPr id="10" name="Shape 8"/>
          <p:cNvSpPr/>
          <p:nvPr/>
        </p:nvSpPr>
        <p:spPr>
          <a:xfrm>
            <a:off x="457200" y="3383280"/>
            <a:ext cx="11274552" cy="914400"/>
          </a:xfrm>
          <a:prstGeom prst="rect">
            <a:avLst/>
          </a:prstGeom>
          <a:solidFill>
            <a:srgbClr val="F2F6FB"/>
          </a:solidFill>
          <a:ln w="9525">
            <a:solidFill>
              <a:srgbClr val="D5DEE9"/>
            </a:solidFill>
            <a:prstDash val="solid"/>
          </a:ln>
        </p:spPr>
      </p:sp>
      <p:sp>
        <p:nvSpPr>
          <p:cNvPr id="11" name="Text 9"/>
          <p:cNvSpPr/>
          <p:nvPr/>
        </p:nvSpPr>
        <p:spPr>
          <a:xfrm>
            <a:off x="640080" y="342900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Does the checksum catch errors?</a:t>
            </a:r>
            <a:endParaRPr lang="en-US" sz="1500" dirty="0"/>
          </a:p>
        </p:txBody>
      </p:sp>
      <p:sp>
        <p:nvSpPr>
          <p:cNvPr id="12" name="Text 10"/>
          <p:cNvSpPr/>
          <p:nvPr/>
        </p:nvSpPr>
        <p:spPr>
          <a:xfrm>
            <a:off x="640080" y="374904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It is CRC-16/CCITT now. The first version was a byte sum and a fuzzer showed 2 percent of corrupted packets got through; with CRC-16 none of 333,000 did. It cannot catch every error pattern, as no 16-bit check can.</a:t>
            </a:r>
            <a:endParaRPr lang="en-US" sz="1350" dirty="0"/>
          </a:p>
        </p:txBody>
      </p:sp>
      <p:sp>
        <p:nvSpPr>
          <p:cNvPr id="13" name="Shape 11"/>
          <p:cNvSpPr/>
          <p:nvPr/>
        </p:nvSpPr>
        <p:spPr>
          <a:xfrm>
            <a:off x="457200" y="4389120"/>
            <a:ext cx="11274552" cy="914400"/>
          </a:xfrm>
          <a:prstGeom prst="rect">
            <a:avLst/>
          </a:prstGeom>
          <a:solidFill>
            <a:srgbClr val="F2F6FB"/>
          </a:solidFill>
          <a:ln w="9525">
            <a:solidFill>
              <a:srgbClr val="D5DEE9"/>
            </a:solidFill>
            <a:prstDash val="solid"/>
          </a:ln>
        </p:spPr>
      </p:sp>
      <p:sp>
        <p:nvSpPr>
          <p:cNvPr id="14" name="Text 12"/>
          <p:cNvSpPr/>
          <p:nvPr/>
        </p:nvSpPr>
        <p:spPr>
          <a:xfrm>
            <a:off x="640080" y="443484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Why no handshake in the exported trace?</a:t>
            </a:r>
            <a:endParaRPr lang="en-US" sz="1500" dirty="0"/>
          </a:p>
        </p:txBody>
      </p:sp>
      <p:sp>
        <p:nvSpPr>
          <p:cNvPr id="15" name="Text 13"/>
          <p:cNvSpPr/>
          <p:nvPr/>
        </p:nvSpPr>
        <p:spPr>
          <a:xfrm>
            <a:off x="640080" y="475488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The export builds synthetic packets. The real tshark capture shows SYN, SYN-ACK, ACK.</a:t>
            </a:r>
            <a:endParaRPr lang="en-US" sz="1350" dirty="0"/>
          </a:p>
        </p:txBody>
      </p:sp>
      <p:sp>
        <p:nvSpPr>
          <p:cNvPr id="16" name="Shape 14"/>
          <p:cNvSpPr/>
          <p:nvPr/>
        </p:nvSpPr>
        <p:spPr>
          <a:xfrm>
            <a:off x="457200" y="5394960"/>
            <a:ext cx="11274552" cy="914400"/>
          </a:xfrm>
          <a:prstGeom prst="rect">
            <a:avLst/>
          </a:prstGeom>
          <a:solidFill>
            <a:srgbClr val="F2F6FB"/>
          </a:solidFill>
          <a:ln w="9525">
            <a:solidFill>
              <a:srgbClr val="D5DEE9"/>
            </a:solidFill>
            <a:prstDash val="solid"/>
          </a:ln>
        </p:spPr>
      </p:sp>
      <p:sp>
        <p:nvSpPr>
          <p:cNvPr id="17" name="Text 15"/>
          <p:cNvSpPr/>
          <p:nvPr/>
        </p:nvSpPr>
        <p:spPr>
          <a:xfrm>
            <a:off x="640080" y="544068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the baseline fair?</a:t>
            </a:r>
            <a:endParaRPr lang="en-US" sz="1500" dirty="0"/>
          </a:p>
        </p:txBody>
      </p:sp>
      <p:sp>
        <p:nvSpPr>
          <p:cNvPr id="18" name="Text 16"/>
          <p:cNvSpPr/>
          <p:nvPr/>
        </p:nvSpPr>
        <p:spPr>
          <a:xfrm>
            <a:off x="640080" y="576072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We tuned it: window cap 128 and a high start threshold, plus the same retransmission-timer floor for every policy. We also compare against tuned CUBIC. Tuned AIMD improved a lot, and the agent is still ahead on four paths.</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Hard questions and short answers (3 of 3)</a:t>
            </a:r>
            <a:endParaRPr lang="en-US" sz="2600" dirty="0"/>
          </a:p>
        </p:txBody>
      </p:sp>
      <p:sp>
        <p:nvSpPr>
          <p:cNvPr id="3" name="Shape 1"/>
          <p:cNvSpPr/>
          <p:nvPr/>
        </p:nvSpPr>
        <p:spPr>
          <a:xfrm>
            <a:off x="457200" y="1143000"/>
            <a:ext cx="11274552" cy="36576"/>
          </a:xfrm>
          <a:prstGeom prst="rect">
            <a:avLst/>
          </a:prstGeom>
          <a:solidFill>
            <a:srgbClr val="1F6FEB"/>
          </a:solidFill>
          <a:ln w="12700">
            <a:solidFill>
              <a:srgbClr val="1F6FEB"/>
            </a:solidFill>
            <a:prstDash val="solid"/>
          </a:ln>
        </p:spPr>
      </p:sp>
      <p:sp>
        <p:nvSpPr>
          <p:cNvPr id="4" name="Shape 2"/>
          <p:cNvSpPr/>
          <p:nvPr/>
        </p:nvSpPr>
        <p:spPr>
          <a:xfrm>
            <a:off x="457200" y="1371600"/>
            <a:ext cx="11274552" cy="914400"/>
          </a:xfrm>
          <a:prstGeom prst="rect">
            <a:avLst/>
          </a:prstGeom>
          <a:solidFill>
            <a:srgbClr val="F2F6FB"/>
          </a:solidFill>
          <a:ln w="9525">
            <a:solidFill>
              <a:srgbClr val="D5DEE9"/>
            </a:solidFill>
            <a:prstDash val="solid"/>
          </a:ln>
        </p:spPr>
      </p:sp>
      <p:sp>
        <p:nvSpPr>
          <p:cNvPr id="5" name="Text 3"/>
          <p:cNvSpPr/>
          <p:nvPr/>
        </p:nvSpPr>
        <p:spPr>
          <a:xfrm>
            <a:off x="640080" y="141732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it fair to other flows?</a:t>
            </a:r>
            <a:endParaRPr lang="en-US" sz="1500" dirty="0"/>
          </a:p>
        </p:txBody>
      </p:sp>
      <p:sp>
        <p:nvSpPr>
          <p:cNvPr id="6" name="Text 4"/>
          <p:cNvSpPr/>
          <p:nvPr/>
        </p:nvSpPr>
        <p:spPr>
          <a:xfrm>
            <a:off x="640080" y="173736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No, not entirely: against tuned AIMD it takes 68 percent of a shared link, (CUBIC takes 61 percent). Nothing starves. We did not train for fairness. With unequal round-trip times two neural flows are fairer than two AIMD flows (Jain 0.84 against 0.64 at +150 ms). The test against kernel TCP is written but not yet run.</a:t>
            </a:r>
            <a:endParaRPr lang="en-US" sz="1350" dirty="0"/>
          </a:p>
        </p:txBody>
      </p:sp>
      <p:sp>
        <p:nvSpPr>
          <p:cNvPr id="7" name="Shape 5"/>
          <p:cNvSpPr/>
          <p:nvPr/>
        </p:nvSpPr>
        <p:spPr>
          <a:xfrm>
            <a:off x="457200" y="2377440"/>
            <a:ext cx="11274552" cy="914400"/>
          </a:xfrm>
          <a:prstGeom prst="rect">
            <a:avLst/>
          </a:prstGeom>
          <a:solidFill>
            <a:srgbClr val="F2F6FB"/>
          </a:solidFill>
          <a:ln w="9525">
            <a:solidFill>
              <a:srgbClr val="D5DEE9"/>
            </a:solidFill>
            <a:prstDash val="solid"/>
          </a:ln>
        </p:spPr>
      </p:sp>
      <p:sp>
        <p:nvSpPr>
          <p:cNvPr id="8" name="Text 6"/>
          <p:cNvSpPr/>
          <p:nvPr/>
        </p:nvSpPr>
        <p:spPr>
          <a:xfrm>
            <a:off x="640080" y="242316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How do you know the simulator is right?</a:t>
            </a:r>
            <a:endParaRPr lang="en-US" sz="1500" dirty="0"/>
          </a:p>
        </p:txBody>
      </p:sp>
      <p:sp>
        <p:nvSpPr>
          <p:cNvPr id="9" name="Text 7"/>
          <p:cNvSpPr/>
          <p:nvPr/>
        </p:nvSpPr>
        <p:spPr>
          <a:xfrm>
            <a:off x="640080" y="274320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The virtual-time mode runs our real C sender code with a simulated receiver and clock. It matched the real-clock runs in all 15 cells, and the real-socket proxy agrees too.</a:t>
            </a:r>
            <a:endParaRPr lang="en-US" sz="1350" dirty="0"/>
          </a:p>
        </p:txBody>
      </p:sp>
      <p:sp>
        <p:nvSpPr>
          <p:cNvPr id="10" name="Shape 8"/>
          <p:cNvSpPr/>
          <p:nvPr/>
        </p:nvSpPr>
        <p:spPr>
          <a:xfrm>
            <a:off x="457200" y="3383280"/>
            <a:ext cx="11274552" cy="914400"/>
          </a:xfrm>
          <a:prstGeom prst="rect">
            <a:avLst/>
          </a:prstGeom>
          <a:solidFill>
            <a:srgbClr val="F2F6FB"/>
          </a:solidFill>
          <a:ln w="9525">
            <a:solidFill>
              <a:srgbClr val="D5DEE9"/>
            </a:solidFill>
            <a:prstDash val="solid"/>
          </a:ln>
        </p:spPr>
      </p:sp>
      <p:sp>
        <p:nvSpPr>
          <p:cNvPr id="11" name="Text 9"/>
          <p:cNvSpPr/>
          <p:nvPr/>
        </p:nvSpPr>
        <p:spPr>
          <a:xfrm>
            <a:off x="640080" y="342900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Q-learning really learning?</a:t>
            </a:r>
            <a:endParaRPr lang="en-US" sz="1500" dirty="0"/>
          </a:p>
        </p:txBody>
      </p:sp>
      <p:sp>
        <p:nvSpPr>
          <p:cNvPr id="12" name="Text 10"/>
          <p:cNvSpPr/>
          <p:nvPr/>
        </p:nvSpPr>
        <p:spPr>
          <a:xfrm>
            <a:off x="640080" y="374904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80 states, 5 actions, 40 episodes; the learning-curve figure shows it. Small and tabular, with limited training.</a:t>
            </a:r>
            <a:endParaRPr lang="en-US" sz="1350" dirty="0"/>
          </a:p>
        </p:txBody>
      </p:sp>
      <p:sp>
        <p:nvSpPr>
          <p:cNvPr id="13" name="Shape 11"/>
          <p:cNvSpPr/>
          <p:nvPr/>
        </p:nvSpPr>
        <p:spPr>
          <a:xfrm>
            <a:off x="457200" y="4389120"/>
            <a:ext cx="11274552" cy="914400"/>
          </a:xfrm>
          <a:prstGeom prst="rect">
            <a:avLst/>
          </a:prstGeom>
          <a:solidFill>
            <a:srgbClr val="F2F6FB"/>
          </a:solidFill>
          <a:ln w="9525">
            <a:solidFill>
              <a:srgbClr val="D5DEE9"/>
            </a:solidFill>
            <a:prstDash val="solid"/>
          </a:ln>
        </p:spPr>
      </p:sp>
      <p:sp>
        <p:nvSpPr>
          <p:cNvPr id="14" name="Text 12"/>
          <p:cNvSpPr/>
          <p:nvPr/>
        </p:nvSpPr>
        <p:spPr>
          <a:xfrm>
            <a:off x="640080" y="443484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Did you compare with BBR?</a:t>
            </a:r>
            <a:endParaRPr lang="en-US" sz="1500" dirty="0"/>
          </a:p>
        </p:txBody>
      </p:sp>
      <p:sp>
        <p:nvSpPr>
          <p:cNvPr id="15" name="Text 13"/>
          <p:cNvSpPr/>
          <p:nvPr/>
        </p:nvSpPr>
        <p:spPr>
          <a:xfrm>
            <a:off x="640080" y="475488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Yes, a simplified BBR-style policy, not the Linux one. It beats tuned AIMD on four of five paths, is faster than our agent on the 2 percent lossy path, and slower on the satellite-like and fast paths. Two bugs in our own version were found and fixed.</a:t>
            </a:r>
            <a:endParaRPr lang="en-US" sz="1350" dirty="0"/>
          </a:p>
        </p:txBody>
      </p:sp>
      <p:sp>
        <p:nvSpPr>
          <p:cNvPr id="16" name="Shape 14"/>
          <p:cNvSpPr/>
          <p:nvPr/>
        </p:nvSpPr>
        <p:spPr>
          <a:xfrm>
            <a:off x="457200" y="5394960"/>
            <a:ext cx="11274552" cy="914400"/>
          </a:xfrm>
          <a:prstGeom prst="rect">
            <a:avLst/>
          </a:prstGeom>
          <a:solidFill>
            <a:srgbClr val="F2F6FB"/>
          </a:solidFill>
          <a:ln w="9525">
            <a:solidFill>
              <a:srgbClr val="D5DEE9"/>
            </a:solidFill>
            <a:prstDash val="solid"/>
          </a:ln>
        </p:spPr>
      </p:sp>
      <p:sp>
        <p:nvSpPr>
          <p:cNvPr id="17" name="Text 15"/>
          <p:cNvSpPr/>
          <p:nvPr/>
        </p:nvSpPr>
        <p:spPr>
          <a:xfrm>
            <a:off x="640080" y="544068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Can the neural network be trusted?</a:t>
            </a:r>
            <a:endParaRPr lang="en-US" sz="1500" dirty="0"/>
          </a:p>
        </p:txBody>
      </p:sp>
      <p:sp>
        <p:nvSpPr>
          <p:cNvPr id="18" name="Text 16"/>
          <p:cNvSpPr/>
          <p:nvPr/>
        </p:nvSpPr>
        <p:spPr>
          <a:xfrm>
            <a:off x="640080" y="576072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In practice it is tolerant: noise of 0.2 on its inputs costs at most 12 percent, and a small decision tree gives the same transfer time on four of five paths. It is not formally verified: certification works only at tiny input changes.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2026-10-11T17:57:51Z</dcterms:created>
  <dcterms:modified xsi:type="dcterms:W3CDTF">2026-10-11T17:57:51Z</dcterms:modified>
</cp:coreProperties>
</file>