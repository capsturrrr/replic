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7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Completion time saved against tuned AIMD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clock, emulated paths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Satellite-like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49</c:v>
                </c:pt>
                <c:pt idx="2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Linux kernel (netem)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Satellite-like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</c:v>
                </c:pt>
                <c:pt idx="1">
                  <c:v>71</c:v>
                </c:pt>
                <c:pt idx="2">
                  <c:v>83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Completion time (s),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AIMD window 32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  <c:pt idx="3">
                    <c:v>Fast</c:v>
                  </c:pt>
                  <c:pt idx="4">
                    <c:v>Hostile 10% loss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1.41</c:v>
                </c:pt>
                <c:pt idx="1">
                  <c:v>7.98</c:v>
                </c:pt>
                <c:pt idx="2">
                  <c:v>17.93</c:v>
                </c:pt>
                <c:pt idx="3">
                  <c:v>14.55</c:v>
                </c:pt>
                <c:pt idx="4">
                  <c:v>7.54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AIMD tuned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  <c:pt idx="3">
                    <c:v>Fast</c:v>
                  </c:pt>
                  <c:pt idx="4">
                    <c:v>Hostile 10% loss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1.09</c:v>
                </c:pt>
                <c:pt idx="1">
                  <c:v>7.05</c:v>
                </c:pt>
                <c:pt idx="2">
                  <c:v>11.36</c:v>
                </c:pt>
                <c:pt idx="3">
                  <c:v>8.2</c:v>
                </c:pt>
                <c:pt idx="4">
                  <c:v>8.34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CUBIC tuned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  <c:pt idx="3">
                    <c:v>Fast</c:v>
                  </c:pt>
                  <c:pt idx="4">
                    <c:v>Hostile 10% loss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1.19</c:v>
                </c:pt>
                <c:pt idx="1">
                  <c:v>13.92</c:v>
                </c:pt>
                <c:pt idx="2">
                  <c:v>8.26</c:v>
                </c:pt>
                <c:pt idx="3">
                  <c:v>6.52</c:v>
                </c:pt>
                <c:pt idx="4">
                  <c:v>12.32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Neural agent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  <c:pt idx="3">
                    <c:v>Fast</c:v>
                  </c:pt>
                  <c:pt idx="4">
                    <c:v>Hostile 10% loss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0.92</c:v>
                </c:pt>
                <c:pt idx="1">
                  <c:v>3.62</c:v>
                </c:pt>
                <c:pt idx="2">
                  <c:v>5.46</c:v>
                </c:pt>
                <c:pt idx="3">
                  <c:v>3.92</c:v>
                </c:pt>
                <c:pt idx="4">
                  <c:v>8.93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Mean completion time (s), 500 packets of 512 bytes,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Kernel TCP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Lossy 2%</c:v>
                  </c:pt>
                  <c:pt idx="1">
                    <c:v>5G-like</c:v>
                  </c:pt>
                  <c:pt idx="2">
                    <c:v>Satellite</c:v>
                  </c:pt>
                  <c:pt idx="3">
                    <c:v>Reordering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</c:v>
                </c:pt>
                <c:pt idx="1">
                  <c:v>0.28</c:v>
                </c:pt>
                <c:pt idx="2">
                  <c:v>1.91</c:v>
                </c:pt>
                <c:pt idx="3">
                  <c:v>0.94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Poise AIMD tuned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Lossy 2%</c:v>
                  </c:pt>
                  <c:pt idx="1">
                    <c:v>5G-like</c:v>
                  </c:pt>
                  <c:pt idx="2">
                    <c:v>Satellite</c:v>
                  </c:pt>
                  <c:pt idx="3">
                    <c:v>Reordering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4.75</c:v>
                </c:pt>
                <c:pt idx="1">
                  <c:v>1.23</c:v>
                </c:pt>
                <c:pt idx="2">
                  <c:v>16.72</c:v>
                </c:pt>
                <c:pt idx="3">
                  <c:v>4.06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Poise neural agent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Lossy 2%</c:v>
                  </c:pt>
                  <c:pt idx="1">
                    <c:v>5G-like</c:v>
                  </c:pt>
                  <c:pt idx="2">
                    <c:v>Satellite</c:v>
                  </c:pt>
                  <c:pt idx="3">
                    <c:v>Reordering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1.35</c:v>
                </c:pt>
                <c:pt idx="1">
                  <c:v>0.43</c:v>
                </c:pt>
                <c:pt idx="2">
                  <c:v>2.92</c:v>
                </c:pt>
                <c:pt idx="3">
                  <c:v>1.64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Mean completion time (s), virtual time, 20 paired seeds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AIMD tuned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Bandwidth drop</c:v>
                  </c:pt>
                  <c:pt idx="1">
                    <c:v>Bandwidth rise</c:v>
                  </c:pt>
                  <c:pt idx="2">
                    <c:v>Delay jump</c:v>
                  </c:pt>
                  <c:pt idx="3">
                    <c:v>Hand-over pattern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13.6</c:v>
                </c:pt>
                <c:pt idx="1">
                  <c:v>9.2</c:v>
                </c:pt>
                <c:pt idx="2">
                  <c:v>33.3</c:v>
                </c:pt>
                <c:pt idx="3">
                  <c:v>12.8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CUBIC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Bandwidth drop</c:v>
                  </c:pt>
                  <c:pt idx="1">
                    <c:v>Bandwidth rise</c:v>
                  </c:pt>
                  <c:pt idx="2">
                    <c:v>Delay jump</c:v>
                  </c:pt>
                  <c:pt idx="3">
                    <c:v>Hand-over pattern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17.7</c:v>
                </c:pt>
                <c:pt idx="1">
                  <c:v>15.1</c:v>
                </c:pt>
                <c:pt idx="2">
                  <c:v>27.5</c:v>
                </c:pt>
                <c:pt idx="3">
                  <c:v>21.4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BBR-style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Bandwidth drop</c:v>
                  </c:pt>
                  <c:pt idx="1">
                    <c:v>Bandwidth rise</c:v>
                  </c:pt>
                  <c:pt idx="2">
                    <c:v>Delay jump</c:v>
                  </c:pt>
                  <c:pt idx="3">
                    <c:v>Hand-over pattern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13.4</c:v>
                </c:pt>
                <c:pt idx="1">
                  <c:v>5</c:v>
                </c:pt>
                <c:pt idx="2">
                  <c:v>25.9</c:v>
                </c:pt>
                <c:pt idx="3">
                  <c:v>10.8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Neural agent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Bandwidth drop</c:v>
                  </c:pt>
                  <c:pt idx="1">
                    <c:v>Bandwidth rise</c:v>
                  </c:pt>
                  <c:pt idx="2">
                    <c:v>Delay jump</c:v>
                  </c:pt>
                  <c:pt idx="3">
                    <c:v>Hand-over pattern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12.7</c:v>
                </c:pt>
                <c:pt idx="1">
                  <c:v>4.3</c:v>
                </c:pt>
                <c:pt idx="2">
                  <c:v>19.8</c:v>
                </c:pt>
                <c:pt idx="3">
                  <c:v>8.2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Share of the link next to a kernel TCP flow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Neural agent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30</c:v>
                </c:pt>
                <c:pt idx="2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AIMD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5G-like</c:v>
                  </c:pt>
                  <c:pt idx="1">
                    <c:v>Lossy 2%</c:v>
                  </c:pt>
                  <c:pt idx="2">
                    <c:v>Satellite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16</c:v>
                </c:pt>
                <c:pt idx="2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First clean repetition, completion time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 1, 2 MB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Kernel TCP</c:v>
                  </c:pt>
                  <c:pt idx="1">
                    <c:v>AIMD</c:v>
                  </c:pt>
                  <c:pt idx="2">
                    <c:v>CUBIC</c:v>
                  </c:pt>
                  <c:pt idx="3">
                    <c:v>BBR-style</c:v>
                  </c:pt>
                  <c:pt idx="4">
                    <c:v>Neural agent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2.47</c:v>
                </c:pt>
                <c:pt idx="1">
                  <c:v>14.23</c:v>
                </c:pt>
                <c:pt idx="2">
                  <c:v>12.44</c:v>
                </c:pt>
                <c:pt idx="3">
                  <c:v>6.35</c:v>
                </c:pt>
                <c:pt idx="4">
                  <c:v>4.7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8"/>
                </a:solidFill>
                <a:latin typeface="Calibri"/>
              </a:rPr>
              <a:t>Ablation, 100 random held-out paths (lower is faster)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relative to tuned AIMD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Tuned AIMD</c:v>
                  </c:pt>
                  <c:pt idx="1">
                    <c:v>Neural, final</c:v>
                  </c:pt>
                  <c:pt idx="2">
                    <c:v>no slow start</c:v>
                  </c:pt>
                  <c:pt idx="3">
                    <c:v>no pacing</c:v>
                  </c:pt>
                  <c:pt idx="4">
                    <c:v>no hand-over</c:v>
                  </c:pt>
                  <c:pt idx="5">
                    <c:v>cap 32</c:v>
                  </c:pt>
                  <c:pt idx="6">
                    <c:v>no timer floor</c:v>
                  </c:pt>
                  <c:pt idx="7">
                    <c:v>original settings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0.51</c:v>
                </c:pt>
                <c:pt idx="2">
                  <c:v>0.527</c:v>
                </c:pt>
                <c:pt idx="3">
                  <c:v>0.549</c:v>
                </c:pt>
                <c:pt idx="4">
                  <c:v>0.506</c:v>
                </c:pt>
                <c:pt idx="5">
                  <c:v>0.837</c:v>
                </c:pt>
                <c:pt idx="6">
                  <c:v>0.519</c:v>
                </c:pt>
                <c:pt idx="7">
                  <c:v>0.859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AF0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6350" cap="flat">
              <a:solidFill>
                <a:srgbClr val="2432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1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Smart-Poise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UDP in C, with a neural network that learns congestion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 |   Faculty: Anuradha G   |   VIT Vellore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24BAI0274    Rohit Arya 24BCE0819    Shloak Sinha 24BDS0378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is fast but unreliable; TCP is reliable but locked in the kernel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10312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simple. Packets can be lost, duplicated or reordered, and nothing tells the sender.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210312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55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21284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but it lives inside the operating system: hard to see, hard to change, hard to learn from.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rebuild the core ideas of TCP ourselves on top of UDP, in a form we can read, tune and teach a neural network to control?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and HTTP/3 take the same route: reliability built in user space over UDP.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system: protocol, learned controller, network and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9748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Poise protocol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Handshake, Selective Repeat, CRC-16, adaptive timer. About 470 lines of C in the core.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9748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Smart-Poise controller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304288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5-32-32-5 neural network picks the window; safety net hands over to AIMD when loss is high.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69748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304288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routers, OSPF, VLANs and an ACL in Cisco Packet Tracer, with failover.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52560" y="1737360"/>
            <a:ext cx="269748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tools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35440" y="2304288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and web chat, Poise Drop file race, Wireshark dissector, a C library.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on VLAN 10 uploads a file to the server LAN. The ACL blocks staff VLAN 20. If a core link fails, OSPF reroutes through R2 and the transport adapts to the longer path.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agent beats tuned AIMD on every kind of path we tested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to 52%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70205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than tuned AIMD on 4 of 5 paths (real clock, 10 paired runs)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to 83%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80560" y="270205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on the real Linux kernel (netem), significant on three paths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0.53x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0" y="270205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of tuned AIMD across 100 random held-out paths; faster on 89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86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31520" y="48051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that change mid-transfer: neural agent fastest in every case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886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 vs 0.64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480560" y="48051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fairness with unequal RTTs, neural against AIMD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0" y="3749040"/>
            <a:ext cx="3566160" cy="1920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886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to 34%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229600" y="48051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share next to a kernel TCP flow: it does not starve TCP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trained network is used in every test, with no retuning. Opponents are tuned AIMD and tuned CUBIC, not weak baselines.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83% less time than tuned AIMD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412480" y="182880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trained network on every path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clock: 10 paired runs per path, 95% intervals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3 to 5 runs per cell, all three significant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52% on the fast path, and 0.53x on 100 random paths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every alternative we built or measured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5486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measured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agent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AIMD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clock; real kernel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to 52% less time (real clock); 65% to 83% (kernel)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AIMD, window 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clock; 2 MB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on every path; 2 MB lossy file 11.9 s vs 26.6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 (tuned)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clock, 10 paired runs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on lossy (-74%) and satellite (-34%); equal on 5G and fast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BBR-style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time, 20 seeds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 satellite and fast; level on 5G; BBR-style wins lossy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Q-table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transport, 15 runs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agent slower than AIMD on 5G and satellite; neural wins all three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UDP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simulated paths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UDP delivered 68% of packets; Poise delivers 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TCP (what FTP and SCP run 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Linux kernel, netem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is 1.5x to 1.7x faster than the neural agent, which is 3x to 6x faster than Poise with AIMD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and SCP run on kernel TCP, so the kernel TCP row is the comparison; we did not run an FTP client itself.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clock: fastest on four of five paths against tuned baselines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78638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686800" y="1737360"/>
            <a:ext cx="3108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fastest on 4 of 5 paths, significantly faster than tuned AIMD on all four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tuned CUBIC on lossy (-74%) and satellite (-34%)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10% loss: no significant difference between any two policies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clock, real server process; 10 paired runs per path (hostile: 5), 95% intervals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wins: it rides a higher window and backs off only on loss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1000" dirty="0"/>
          </a:p>
        </p:txBody>
      </p:sp>
      <p:pic>
        <p:nvPicPr>
          <p:cNvPr id="5" name="Image 0" descr="fig_cwnd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680960" cy="3264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0" y="182880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lossy path, same seed, same transport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 (grey) saws between 5 and 15 packets and needs 9 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(green) holds a much larger window, backs off on loss, and finishes in 4 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real Linux kernel: 2.5x to 6x faster than AIMD, within 1.5x to 1.7x of TCP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21040" y="173736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tc/netem on loopback, 5 runs per cell (satellite 3)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beats tuned AIMD by 65% to 83%; significant on three paths, reordering not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TCP is faster than any user-space Poise policy, as expected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a kernel TCP flow our agent takes 24% to 34% of the link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path changes mid-transfer, the neural agent is fastest every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21040" y="173736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4 changing-path cases: neural fastest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1% to 6% retransmissions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BBR-style baseline beats tuned AIMD on 4 of 5 named paths, so this is a strong opponent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BBR in virtual time; not the Linux BBR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between neural flows, and it does not starve kernel TCP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3736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73736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identical flows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RTT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short-RTT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/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/ 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0" y="338328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keeps the rest of the link in every case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flows are fairer than AIMD under unequal RTTs; the short-RTT flow still wins more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Coexistence: 3 runs per cell on one laptop, so shares are good to about ten points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between two real machines over the internet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583680" y="173736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laptops on different networks, Tailscale relay, about 79 ms round trip; 2 MB per transfer, 5 repetitions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Poise transfer delivered 4,000 of 4,000 packets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1: neural 4.7 s, BBR-style 6.4 s, AIMD 14.2 s, kernel TCP 2.5 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relayed path drifted (TCP alone took 2 s to 51 s) and 4 of 20 runs timed out, so no ranking is claimed from reps 3 to 5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Poise Drop: race the policies on any 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1000" dirty="0"/>
          </a:p>
        </p:txBody>
      </p:sp>
      <p:pic>
        <p:nvPicPr>
          <p:cNvPr id="5" name="Image 0" descr="drop_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131069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97680" y="1828800"/>
            <a:ext cx="7406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any file (up to 12 MB), pick a network, race AIMD 32, tuned AIMD and the neural agent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Example, 2 MB on lossy Wi-Fi: neural 13.0 s, AIMD 26.7 s, tuned AIMD 29.5 s (one run each)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received copy is checked byte for byte (SHA-256) and can be downloaded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 stack: libpoise sender, bin/server and the bin/impair proxy; make drop starts it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Poise Chat: two people, two machines, over the internet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1000" dirty="0"/>
          </a:p>
        </p:txBody>
      </p:sp>
      <p:pic>
        <p:nvPicPr>
          <p:cNvPr id="5" name="Image 0" descr="web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66560" cy="41829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73736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a Poise segment; ACKs and retransmissions are visible in the live counters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machines linked over Tailscale; works across the internet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controller switch: fixed window, AIMD or Smart-Poise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slider shows the protocol recovering in real time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in Packet Tracer: OSPF, VLANs, ACL and failover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1000" dirty="0"/>
          </a:p>
        </p:txBody>
      </p:sp>
      <p:pic>
        <p:nvPicPr>
          <p:cNvPr id="5" name="Image 0" descr="topolog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400800" cy="3445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73736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routers, OSPF area 0; 2 VLANs with router-on-a-stick and DHCP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PCs are blocked from staff VLAN 20 by an ACL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shutting R1 Gi0/2 reroutes through R2; 70 of 71 pings still succeed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cannot run C programs, so protocol and network are validated separately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Wireshark: a custom dissector decodes Poise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1000" dirty="0"/>
          </a:p>
        </p:txBody>
      </p:sp>
      <p:pic>
        <p:nvPicPr>
          <p:cNvPr id="5" name="Image 0" descr="ws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566160" cy="4138091"/>
          </a:xfrm>
          <a:prstGeom prst="rect">
            <a:avLst/>
          </a:prstGeom>
        </p:spPr>
      </p:pic>
      <p:pic>
        <p:nvPicPr>
          <p:cNvPr id="6" name="Image 1" descr="ws_ret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54480"/>
            <a:ext cx="7315200" cy="3611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Dissector network/poise.lua decodes seq, ack, flags and CRC. Left: the 3-way handshake. Right: filtering one sequence number shows its retransmissions.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Poise: a 13-byte header, a three-way handshake and a CRC on every packet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828800" cy="822960"/>
          </a:xfrm>
          <a:prstGeom prst="rect">
            <a:avLst/>
          </a:prstGeom>
          <a:solidFill>
            <a:srgbClr val="2DD4BF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1691640"/>
            <a:ext cx="1828800" cy="822960"/>
          </a:xfrm>
          <a:prstGeom prst="rect">
            <a:avLst/>
          </a:prstGeom>
          <a:solidFill>
            <a:srgbClr val="60A5FA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691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1097280" cy="822960"/>
          </a:xfrm>
          <a:prstGeom prst="rect">
            <a:avLst/>
          </a:prstGeom>
          <a:solidFill>
            <a:srgbClr val="FBBF24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691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0" y="1691640"/>
            <a:ext cx="1371600" cy="822960"/>
          </a:xfrm>
          <a:prstGeom prst="rect">
            <a:avLst/>
          </a:prstGeom>
          <a:solidFill>
            <a:srgbClr val="F87171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1691640"/>
            <a:ext cx="1371600" cy="822960"/>
          </a:xfrm>
          <a:prstGeom prst="rect">
            <a:avLst/>
          </a:prstGeom>
          <a:solidFill>
            <a:srgbClr val="A78BFA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566160" cy="822960"/>
          </a:xfrm>
          <a:prstGeom prst="rect">
            <a:avLst/>
          </a:prstGeom>
          <a:solidFill>
            <a:srgbClr val="64748B"/>
          </a:solidFill>
          <a:ln w="25400">
            <a:solidFill>
              <a:srgbClr val="0A1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up to 512 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11064240" cy="493776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803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4640" y="288036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to server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60720" y="288036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connection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447288"/>
            <a:ext cx="11064240" cy="493776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44728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SYN-ACK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34640" y="344728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to client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60720" y="344728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agrees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014216"/>
            <a:ext cx="11064240" cy="493776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01421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34640" y="401421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to server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60720" y="40142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Established; data flows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581144"/>
            <a:ext cx="11064240" cy="493776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58114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ACK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834640" y="458114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ways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760720" y="458114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of packets in flight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5148072"/>
            <a:ext cx="11064240" cy="493776"/>
          </a:xfrm>
          <a:prstGeom prst="rect">
            <a:avLst/>
          </a:prstGeom>
          <a:solidFill>
            <a:srgbClr val="121B2F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14807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834640" y="514807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760720" y="514807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connection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are numbered, acknowledged and checksummed; a corrupt packet is dropped and recovered by retransmission.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Repeat: resend only what is missing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buffers out-of-order packets (256-packet window) and reports them in a 32-byte bitmap in every ACK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keeps one timer per packet; adaptive timeout with a floor of 1.3 x smoothed RTT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10x fewer retransmissions than Go-Back-N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chat, 200 messages: 6.4 s against 11.9 s with AIMD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 kept for comparison (--gbn)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737360"/>
          <a:ext cx="5029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transport 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Hostile 10% 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46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runs per cell, 95% intervals; all gains significant except the hostile row.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congestion controllers behind one interface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03120" cy="2194560"/>
          </a:xfrm>
          <a:prstGeom prst="rect">
            <a:avLst/>
          </a:prstGeom>
          <a:solidFill>
            <a:srgbClr val="121B2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 per RTT, halve on loss. The TCP Reno idea.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1691640"/>
            <a:ext cx="2103120" cy="2194560"/>
          </a:xfrm>
          <a:prstGeom prst="rect">
            <a:avLst/>
          </a:prstGeom>
          <a:solidFill>
            <a:srgbClr val="121B2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801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71800" y="225856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grows as a cubic curve after loss.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691640"/>
            <a:ext cx="2103120" cy="2194560"/>
          </a:xfrm>
          <a:prstGeom prst="rect">
            <a:avLst/>
          </a:prstGeom>
          <a:solidFill>
            <a:srgbClr val="121B2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801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BBR-style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25856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bandwidth and RTT; paces at the estimate.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69480" y="1691640"/>
            <a:ext cx="2103120" cy="2194560"/>
          </a:xfrm>
          <a:prstGeom prst="rect">
            <a:avLst/>
          </a:prstGeom>
          <a:solidFill>
            <a:srgbClr val="121B2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801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Q-table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52360" y="225856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learned table of window actions.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09760" y="1691640"/>
            <a:ext cx="2103120" cy="21945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801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92640" y="225856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5-32-32-5 network, 1,413 weights, picks the window multiplier.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four measured values (RTT growth, loss, throughput share, window) plus the last action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actions: multiply the window by 0.5, 0.85, 1.0, 1.15 or 1.5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cap 128, slow start to 64, pacing at 2 x window / RTT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net: AIMD takes over while an interval loses 10% or more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matters: window cap 128, pacing, slow start and the timer floor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21040" y="173736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random paths: neural 0.53x the time of tuned AIMD, faster on 89, never more than 20% slower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cap 128 or using the original settings loses most of the gain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Evolution-strategy retraining in C added only 2%: not adopted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tested: correctness first, then four steps toward the real world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26517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Emulation in the client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repeatable; also virtual time (1000x faster, matches the real clock in 15 of 15 cells)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97480" cy="26517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Impairment proxy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2585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process on real UDP sockets adds delay, jitter, loss and a bottleneck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697480" cy="26517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Linux kernel netem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2585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kernel queues and loss on loopback, against kernel TCP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0" y="1691640"/>
            <a:ext cx="2697480" cy="265176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801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Two real machines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35440" y="2258568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on different networks over the internet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Correctness: unit, end-to-end, handshake, file-integrity, chat and simulator tests (make test); packet parser fuzzed under AddressSanitizer and UBSan (make fuzz)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Statistics: paired seeds, 95% intervals, tuning seeds kept apart from test seeds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has the command that produced it (docs/RUNNING_ALL_TESTS.md)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along the 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learned controller (a Q-table) was not faster than AIMD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10% random loss the neural agent was 7x slower than AIMD (85 s against 11 s)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sockets exposed a lost-handshake hang, spurious timeouts (262 retransmissions for about 3 losses) and a weak checksum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early baselines were weak: untuned AIMD (window cap 32) made first wins look bigger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kernel tests were wrong four times: netem limit, untuned baseline, unequal payloads, synthetic 40-byte packets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BBR-style baseline stalled at 10% loss and took 163 s after a delay jump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a pushier neighbour than AIMD or CUBIC, and results vary with the training seed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led to a fix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Go-Back-N with a fixed 500 ms timer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 Repeat: bitmap ACKs, per-packet timers, adaptive timer with a 1.3 x srtt floor; about 10x fewer retransmissions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Byte-sum checksum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CRC-16: 0 of 333k corrupted packets accepted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ignored data after a lost final handshake 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as in TCP, with a regression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Q-table agent, window cap 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5-32-32-5 neural network, cap 128, slow start, pacing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agent 7x slower than AIMD at 10% loss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Hand-over to AIMD while loss is high: 13.9 s instead of 84.9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Untuned AIMD and CUBIC baselines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baselines, so every win is against a fair opponent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Faulty kernel and BBR 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Netem limit, equal payloads and real 512-byte packets; kernel runs repeated; BBR stall and slow recovery fixed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state openly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TCP is still 1.5x to 1.7x faster than the neural agent on every kernel path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tuned AIMD the agent takes about 70% of a shared link; the optional polite mode fixes that but costs speed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with CUBIC under bursty cross traffic; no gain at 10% random loss; the BBR-style baseline is faster on the 2% lossy path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formally verified: certified at +-0.001 for only 43% of decisions; trained in a simulator, never on real traces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Two-machine run: one drifting relay path, 4 of 20 runs timed out, so no ranking is claimed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 with kernel TCP: 3 runs per cell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and what comes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206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5029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a set of simple rules working together.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matters as much as retransmission.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baseline is the only fair opponent.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tools fail in surprising ways, so check your own numbers.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420624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55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212848"/>
            <a:ext cx="5029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multi-machine tests on a direct network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a competing flow so fairness is learned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 traces with cross traffic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gap to kernel TCP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github.com/Capsturrrr/poise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  Rohit Arya   Shloak Sinha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in the C transport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146304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 packets, C transport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(rl2)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wireless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188720"/>
            <a:ext cx="4297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beats AIMD on all three paths: 15%, 27%, 24% faster (95% intervals exclude zero)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agent does not generalise: slower on 5G-like and satellite-like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in C: about 10x fewer retransmissions, no significant time change here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trained in a simulator; emulated paths (not real networks); agent retransmits more on random loss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runs per cell (satellite: 8), 95% intervals. Equal-cap check (AIMD capped at 32, 10 runs): neural still wins by 19%, 29%, 28%, all significant (eval_ci4.sh).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net: hand over to AIMD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035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188720"/>
                <a:gridCol w="1280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transport, seconds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Hostile, 10%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188720"/>
            <a:ext cx="48463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found: at 10% loss the neural agent is 7x slower than AIMD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while a decision interval loses 10% or more, AIMD drives the window; after 3 clean intervals the agent resumes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wins on the three benign paths, and the hostile path is no longer significantly different from AIMD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timeout cut (x0.25) was tried and dropped: it helped the hostile path but hurt the 2% path (24 s vs 9 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summary: the agent helps on clean-to-moderate paths; it needs a classical safety net elsewhere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runs per cell (hostile: 5 runs, 300 packets), 95% intervals. Flag: --hybrid 0.10. Code: eval_ci6.sh.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evidence: baselines, SACK, reordering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paths, original simulator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UDP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 delivered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model (selective ACK)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Poise fixed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Poise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Smart-Poise,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Smart-Poise, deep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(simulated): AIMD mean 7.16 s to 4.90 s, median 2.72 s to 1.44 s; faster on 34 of 48 paths. Go-Back-N is the main weakness.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(20 ms jitter): AIMD 0.82 s to 6.79 s; deep agent 0.93 s; SACK removes most of the damage.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20-run intervals for the C experiments: Smart slower on 5G-like (+0.92 s) and satellite-like (+6.3 s), tie on lossy.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this simulator allowed a dup-ACK retransmission storm. With the realistic rule, stress means are AIMD 7.75 s, neural 7.27 s: about level. The TCP row is a model, not kernel TCP.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ablations, chat fixes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852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flows, one bottleneck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deep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AIMD (no-loss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8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188720"/>
            <a:ext cx="50292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on short paths; takes 74% against AIMD on the 120 ms path, like a fixed window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the no-shrink mask is what matters (6.54 s without it, about 3.3 s with it; AIMD 7.16 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parts (delay penalty, last action, throughput input) showed no measurable value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 gave 3.2 to 7.4 s across seeds: seed sensitivity is a real weakness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 a dup-ACK retransmission storm in the chat gateway; added a live dashboard and an adaptive RTO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Simulator, 20 seeds; ablation on 48 stress paths. Code: web/fairness_test.py, web/ablate.py.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and file transfer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914400"/>
                <a:gridCol w="1005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flows, real sockets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vs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AIMD cap 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 vs 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097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transfer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cap 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MB, 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MB, fast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0" y="1188720"/>
            <a:ext cx="53035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a more aggressive neighbour than AIMD or CUBIC: no starvation, but not polite. Not trained for fairness; TCP coexistence untested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smart_client --file sends a real file; the received file is byte-identical in every run (FNV-1a hash)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chat and web gateway now use the same 256-packet window and 32-byte bitmap as the C transport; interop test at 20% loss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fuzzing, MIT licence, architecture doc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gaps: fairness and cross traffic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tuned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Bursty cross traffic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Neural, polite 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47472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mode: back off when a standing queue builds (jitter-aware). Share 70% to 52%; costs speed (0.53x to 0.58x of AIMD time on 100 paths, worst path 2.95x slower), so it is off by default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cross traffic (new proxy option, 8 runs): neural is 15% faster than tuned AIMD but level with CUBIC; three tweaks to fix its extra retransmissions did not help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now handles up to 16 clients at once; a test sends two files simultaneously and checks both byte-for-byte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sockets found what the emulator could not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11880" cy="329184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handshake ACK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ignored all data after a lost final ACK: transfers hung (2 of 4 runs at 10% loss). Fixed as in TCP; regression test added.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611880" cy="329184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timeouts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too tight for window bursts: 262 retransmissions for ~3 losses. Floor of 1.3 x srtt. It also made AIMD 41% faster, so the old margins were too big.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1280160"/>
            <a:ext cx="3611880" cy="329184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checksum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Byte-sum checksum let 2% of corrupted packets through (fuzzer). Now CRC-16: 0 of 333k accepted, sanitizers clean.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check on real UDP sockets through an impairment proxy (src/impair.c): neural agent -17% / -53% / -45% / -39% vs tuned AIMD on 5G / lossy / satellite / fast; hostile path a tie. eval_proxy.sh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we hit and fixed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stuck after killed client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SYN in any state (was a 15.5 s hang)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Leftover netem rule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tc qdisc show dev lo, delete before each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Wireshark saw nothing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with tshark inside WSL, then copy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portability in benchmark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A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date/grep tricks with awk and 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learned agent: an honest result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pic>
        <p:nvPicPr>
          <p:cNvPr id="4" name="Image 0" descr="sm_fig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evaluation runs per scenario after 40 training episodes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faster: +63% time on 5G-like, +10% on satellite, tie on lossy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retransmissions on 5G-like and satellite, but within run-to-run noise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training rounds were much worse; reported run is the final configuration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pic>
        <p:nvPicPr>
          <p:cNvPr id="4" name="Image 0" descr="fig3_benchmark_d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259836"/>
          </a:xfrm>
          <a:prstGeom prst="rect">
            <a:avLst/>
          </a:prstGeom>
        </p:spPr>
      </p:pic>
      <p:pic>
        <p:nvPicPr>
          <p:cNvPr id="5" name="Image 1" descr="fig4_benchmark_final_cw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of 62 packets delivered at every loss level, from 0% to 40%.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behind the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Jacobson &amp; Karels (1988): congestion avoidance and control, the origin of AIMD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 &amp; Jain (1989): why additive increase, multiplicative decrease converges fairly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5681 (2009): TCP congestion control standard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Rhee, Xu (2008): CUBIC, our future-work direction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Langley et al. (2017) and RFC 9000: QUIC, reliable transport over UDP in production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Midhula &amp; Arun Raj Kumar (2024) and Cao et al. (2023, DRLFcc): deep reinforcement learning for congestion control, the idea behind Smart-Poise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researcher: Van Jacobson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Smart-Poise: a Q-learning window controller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(80)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ratio x loss fraction x window size, sampled once per RTT.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(5)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cwnd by 0.5, 0.85, 1.0, 1.15 or 1.5.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10896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gained, minus delay growth, minus retransmissions.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Go-Back-N reliability as the baseline; only the window policy changes. Paths emulated in-program: 5G-like, lossy wireless, satellite-like.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in our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669280" cy="4206240"/>
          </a:xfrm>
          <a:prstGeom prst="rect">
            <a:avLst/>
          </a:prstGeom>
          <a:solidFill>
            <a:srgbClr val="121B2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src/rl_cc.h  (agent, simplified)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394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state: 4 x 4 x 5 = 80 buckets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(rtt_bucket*4 + loss_bucket)*5 + cwnd_bucket;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choose: explore with prob. eps, else best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rl_choose(a, s)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(rand01() &lt; a-&gt;eps) return rand() % 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argmax(a-&gt;q[s]);        // 5 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learn: the Q-learning 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rl_update(a, s, act, r, s2)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 = r + a-&gt;gamma * max(a-&gt;q[s2]);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a-&gt;q[s][act] += a-&gt;alpha * (target - a-&gt;q[s][act]);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solidFill>
            <a:srgbClr val="121B2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src/smart_client.c  (decision loop, simplified)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002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once per RTT, in smart_client.c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 rtt / base_rtt;   lossf = losses / sent;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= sqrt(throughput_norm)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- 0.5 * max(0, ratio - 1)   // delay growth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- 4.0 * lossf;              // loss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rl_update(&amp;ag, prev_s, prev_a, reward,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  = rl_choose(&amp;ag,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*= {0.5, 0.85, 1.0, 1.15, 1.5}[act];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Q-learning: alpha 0.15, gamma 0.9. Chat version: web/cc.py, trained in web/train.py (results/q_chat.txt). Deep version: web/dqn.py, a small neural network (5-32-32-5) trained by DQN in web/train_deep.py.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slow start and congestion avoidance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Smart-Poise</a:t>
            </a:r>
            <a:endParaRPr lang="en-US" sz="1000" dirty="0"/>
          </a:p>
        </p:txBody>
      </p:sp>
      <p:pic>
        <p:nvPicPr>
          <p:cNvPr id="4" name="Image 0" descr="fig1_cwnd_no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498080" cy="3998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463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starts at 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per ACK until ssthresh =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+1/cwnd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packets, final cwnd 18.71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2026-10-12T04:00:49Z</dcterms:created>
  <dcterms:modified xsi:type="dcterms:W3CDTF">2026-10-12T04:00:49Z</dcterms:modified>
</cp:coreProperties>
</file>