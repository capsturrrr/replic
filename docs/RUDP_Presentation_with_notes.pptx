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p>
            <a:r>
              <a:t>Our project is Smart-RUDP: a reliable transport protocol we built in C on top of UDP, plus a controller that learns how fast to send.</a:t>
            </a:r>
          </a:p>
          <a:p/>
          <a:p>
            <a:r>
              <a:t>Likely question: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p>
            <a:r>
              <a:t>TCP is reliable but sits inside the operating system, so you cannot see or change it.</a:t>
            </a:r>
          </a:p>
          <a:p/>
          <a:p>
            <a:r>
              <a:t>In 1986 the early Internet had congestion collapse: throughput fell from 32 Kbps to 40 bps. TCP's congestion control was invented to fix that.</a:t>
            </a:r>
          </a:p>
          <a:p/>
          <a:p>
            <a:r>
              <a:t>Our question: can we rebuild TCP's core ideas ourselves, on UDP?</a:t>
            </a:r>
          </a:p>
          <a:p/>
          <a:p>
            <a:r>
              <a:t>Likely question: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p>
            <a:r>
              <a:t>Our answer: RUDP, a readable and tunable transport, and Smart-RUDP, which learns the window from RTT and loss.</a:t>
            </a:r>
          </a:p>
          <a:p/>
          <a:p>
            <a:r>
              <a:t>Scenario: a student on VLAN 10 uploads to the server LAN. The ACL keeps students out of staff VLAN 20. If a core link fails, OSPF reroutes through R2: longer path, higher RTT, and the transport must adapt.</a:t>
            </a:r>
          </a:p>
          <a:p/>
          <a:p>
            <a:r>
              <a:t>Likely question: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p>
            <a:r>
              <a:t>About 670 lines of C across four source files, built in eight phases, on GitHub at Capsturrrr/rudp.</a:t>
            </a:r>
          </a:p>
          <a:p/>
          <a:p>
            <a:r>
              <a:t>Likely question: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p>
            <a:r>
              <a:t>Fields are packed byte by byte so compiler padding never changes the wire format.</a:t>
            </a:r>
          </a:p>
          <a:p/>
          <a:p>
            <a:r>
              <a:t>A data packet is 53 bytes on the wire; ACKs and handshake packets are 13.</a:t>
            </a:r>
          </a:p>
          <a:p/>
          <a:p>
            <a:r>
              <a:t>Likely question: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p>
            <a:r>
              <a:t>ACKs are cumulative: ACK N confirms everything before N. FIN closes the connection.</a:t>
            </a:r>
          </a:p>
          <a:p/>
          <a:p>
            <a:r>
              <a:t>The server accepts a new SYN in any state, so a killed client can never leave it stuck. That was a real bug we fixed.</a:t>
            </a:r>
          </a:p>
          <a:p/>
          <a:p>
            <a:r>
              <a:t>Likely question: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p>
            <a:r>
              <a:t>Timeout is 500 ms; fast retransmit triggers after 3 duplicate ACKs, no waiting for the timer.</a:t>
            </a:r>
          </a:p>
          <a:p/>
          <a:p>
            <a:r>
              <a:t>Proof: in a 20% loss netem capture we saw 12 timeouts about 500 ms apart. Result: the 2,442-byte message reassembled correctly.</a:t>
            </a:r>
          </a:p>
          <a:p/>
          <a:p>
            <a:r>
              <a:t>Likely question: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p>
            <a:r>
              <a:t>Three duplicate ACKs: window halves. A timeout: window resets to 1 and the threshold halves. Cap is 32.</a:t>
            </a:r>
          </a:p>
          <a:p/>
          <a:p>
            <a:r>
              <a:t>The graph shows fresh runs at 0, 10, 20 and 40 percent loss. Red marks are timeouts, green are fast retransmits.</a:t>
            </a:r>
          </a:p>
          <a:p/>
          <a:p>
            <a:r>
              <a:t>Likely question: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Three tools: a loss simulator inside the code (used for the benchmark), Linux tc/netem injecting real loss on loopback, and Wireshark/tshark.</a:t>
            </a:r>
          </a:p>
          <a:p/>
          <a:p>
            <a:r>
              <a:t>Windows Wireshark could not see WSL loopback, so we captured with tshark inside WSL and copied the file across.</a:t>
            </a:r>
          </a:p>
          <a:p/>
          <a:p>
            <a:r>
              <a:t>Likely question: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p>
            <a:r>
              <a:t>Higher loss costs time and retransmissions, never correctness.</a:t>
            </a:r>
          </a:p>
          <a:p/>
          <a:p>
            <a:r>
              <a:t>Likely question: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p>
            <a:r>
              <a:t>A leftover netem rule distorted results; we now check tc qdisc before each test.</a:t>
            </a:r>
          </a:p>
          <a:p/>
          <a:p>
            <a:r>
              <a:t>Windows Wireshark saw nothing: capture inside WSL.</a:t>
            </a:r>
          </a:p>
          <a:p/>
          <a:p>
            <a:r>
              <a:t>Benchmark script portability: replaced date and grep tricks with awk and sed.</a:t>
            </a:r>
          </a:p>
          <a:p/>
          <a:p>
            <a:r>
              <a:t>Likely question: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p>
            <a:r>
              <a:t>RFC 5681 is the standard; CUBIC is future work; QUIC and RFC 9000 are reliable transport over UDP in production.</a:t>
            </a:r>
          </a:p>
          <a:p/>
          <a:p>
            <a:r>
              <a:t>The AI part comes from Midhula and Arun Raj Kumar (2024) and Cao et al. (2023, DRLFcc): deep reinforcement learning for congestion control. Smart-RUDP applies the same idea with a smaller tabular Q-learning agent.</a:t>
            </a:r>
          </a:p>
          <a:p/>
          <a:p>
            <a:r>
              <a:t>Key researcher: Van Jacobson.</a:t>
            </a:r>
          </a:p>
          <a:p/>
          <a:p>
            <a:r>
              <a:t>Likely question: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p>
            <a:r>
              <a:t>Two VLANs with router-on-a-stick, DHCP on R1 and R4, and an access list blocking student to staff.</a:t>
            </a:r>
          </a:p>
          <a:p/>
          <a:p>
            <a:r>
              <a:t>Server LAN is metric 2 via R3; branch is metric 3 via R2. Failover: shutting R1 Gi0/2 still gave 70 of 71 pings, rerouted via R2.</a:t>
            </a:r>
          </a:p>
          <a:p/>
          <a:p>
            <a:r>
              <a:t>Likely question: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Likely question: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p>
            <a:r>
              <a:t>Five actions: multiply the window by 0.5, 0.85, 1.0, 1.15 or 1.5.</a:t>
            </a:r>
          </a:p>
          <a:p/>
          <a:p>
            <a:r>
              <a:t>Reward: throughput gained, minus delay growth, minus retransmissions. Same Go-Back-N reliability; only the window policy changes. Paths are emulated in the program: 5G-like, lossy wireless, satellite-like.</a:t>
            </a:r>
          </a:p>
          <a:p/>
          <a:p>
            <a:r>
              <a:t>Likely question: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p>
            <a:r>
              <a:t>choose picks one of five window multipliers, usually the best, sometimes random so it keeps exploring.</a:t>
            </a:r>
          </a:p>
          <a:p/>
          <a:p>
            <a:r>
              <a:t>update is the Q-learning rule: move the value of the action we took toward the reward plus the best value of the next state.</a:t>
            </a:r>
          </a:p>
          <a:p/>
          <a:p>
            <a:r>
              <a:t>Right: the loop in smart_client.c. Once per RTT it computes the reward, throughput minus delay growth minus loss, updates the table, picks the next action and scales the window.</a:t>
            </a:r>
          </a:p>
          <a:p/>
          <a:p>
            <a:r>
              <a:t>The code on the slide is simplified; the real files are in the repo.</a:t>
            </a:r>
          </a:p>
          <a:p/>
          <a:p>
            <a:r>
              <a:t>We also built a deep version: web/dqn.py is a small neural network, two hidden layers of 32, trained with DQN in the same simulator. It reads continuous inputs instead of buckets.</a:t>
            </a:r>
          </a:p>
          <a:p/>
          <a:p>
            <a:r>
              <a:t>Likely question: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p>
            <a:r>
              <a:t>It used somewhat fewer retransmissions on two paths, within run-to-run noise.</a:t>
            </a:r>
          </a:p>
          <a:p/>
          <a:p>
            <a:r>
              <a:t>Earlier training rounds were much worse; this is the final configuration. The finding is that a simple learner does not beat a tuned rule.</a:t>
            </a:r>
          </a:p>
          <a:p/>
          <a:p>
            <a:r>
              <a:t>In the chat, retrained for bursty random-loss traffic, it does beat AIMD on most simulated paths; mention that on slide 19.</a:t>
            </a:r>
          </a:p>
          <a:p/>
          <a:p>
            <a:r>
              <a:t>Likely question: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p>
            <a:r>
              <a:t>Useful filters: smartrudp.flags.data == 1 and smartrudp.seq == N.</a:t>
            </a:r>
          </a:p>
          <a:p/>
          <a:p>
            <a:r>
              <a:t>In a 400-packet lossy run the receiver saw 87 (AIMD) and 95 (Smart) repeated data segments.</a:t>
            </a:r>
          </a:p>
          <a:p/>
          <a:p>
            <a:r>
              <a:t>The program's exported trace uses topology addresses and has no handshake.</a:t>
            </a:r>
          </a:p>
          <a:p/>
          <a:p>
            <a:r>
              <a:t>Likely question: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p>
            <a:r>
              <a:t>Right: filter smartrudp.seq == N shows the same segment twice, a retransmission.</a:t>
            </a:r>
          </a:p>
          <a:p/>
          <a:p>
            <a:r>
              <a:t>Likely question: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p>
            <a:r>
              <a:t>There is a terminal version and a browser version; two devices were linked over Tailscale, laptop and phone.</a:t>
            </a:r>
          </a:p>
          <a:p/>
          <a:p>
            <a:r>
              <a:t>Drag the loss slider: lost messages are resent and still arrive in order. The right panel shows sent, lost and resent counts and the log.</a:t>
            </a:r>
          </a:p>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Likely question: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p>
            <a:r>
              <a:t>Plain UDP delivered only 68 percent of the messages, so reliability is needed. Our TCP model, with selective acknowledgments, has the lowest median at 1.48 seconds.</a:t>
            </a:r>
          </a:p>
          <a:p/>
          <a:p>
            <a:r>
              <a:t>Smart-RUDP deep is at 3.20 seconds mean and is about even with the TCP model path by path: faster on 22, slower on 23.</a:t>
            </a:r>
          </a:p>
          <a:p/>
          <a:p>
            <a:r>
              <a:t>The gap to TCP is mostly Go-Back-N. A selective-ack version of our transport cut AIMD from 7.16 to 4.90 seconds in simulation.</a:t>
            </a:r>
          </a:p>
          <a:p/>
          <a:p>
            <a:r>
              <a:t>Reordering hurts Go-Back-N badly: AIMD goes from 0.82 to 6.79 seconds at 20 milliseconds of jitter. The learned agents cope better and selective ack removes most of the damage.</a:t>
            </a:r>
          </a:p>
          <a:p/>
          <a:p>
            <a:r>
              <a:t>For the C experiments we repeated 20 runs per mode: Smart-RUDP is still slower on 5G and satellite and ties on lossy.</a:t>
            </a:r>
          </a:p>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Likely question: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p>
            <a:r>
              <a:t>AIMD and the agents all start from a window of 10. The neural agent was faster than AIMD on all three: 15 percent on 5G-like, 27 percent on lossy, 24 percent on satellite-like. The intervals exclude zero.</a:t>
            </a:r>
          </a:p>
          <a:p/>
          <a:p>
            <a:r>
              <a:t>The retrained table did not carry over: it was slower on 5G and satellite. A network generalises to unseen paths where a table does not.</a:t>
            </a:r>
          </a:p>
          <a:p/>
          <a:p>
            <a:r>
              <a:t>We also added selective acknowledgments to the C code: about ten times fewer retransmissions, but no significant change in completion time on these emulated paths.</a:t>
            </a:r>
          </a:p>
          <a:p/>
          <a:p>
            <a:r>
              <a:t>We also reran it with AIMD capped at 32 like the agent: the neural agent still wins by 19, 29 and 28 percent, all significant.</a:t>
            </a:r>
          </a:p>
          <a:p/>
          <a:p>
            <a:r>
              <a:t>Likely question: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p>
            <a:r>
              <a:t>Ablation: we retrained the agent with one piece removed. Only the no-shrink mask matters; without it the agent is no better than AIMD. The other pieces showed no measurable value.</a:t>
            </a:r>
          </a:p>
          <a:p/>
          <a:p>
            <a:r>
              <a:t>The same recipe also gave very different results by seed, between 3.2 and 7.4 seconds, so we pick the seed on validation paths.</a:t>
            </a:r>
          </a:p>
          <a:p/>
          <a:p>
            <a:r>
              <a:t>While building the dashboard we found a retransmission storm in the web gateway and fixed it; there is also an adaptive timeout option now.</a:t>
            </a:r>
          </a:p>
          <a:p/>
          <a:p>
            <a:r>
              <a:t>Likely question: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p>
            <a:r>
              <a:t>The fix is a hand-over: when a decision interval loses 10 percent or more of its packets, plain AIMD controls the window; after three clean intervals the agent takes over again.</a:t>
            </a:r>
          </a:p>
          <a:p/>
          <a:p>
            <a:r>
              <a:t>With that, the three benign paths keep the agent's advantage and the hostile path is back near AIMD at about 14 seconds.</a:t>
            </a:r>
          </a:p>
          <a:p/>
          <a:p>
            <a:r>
              <a:t>We also tried cutting the window on every timeout; it fixed the hostile case but made the 2 percent path much worse, so we dropped it. So the learned agent is useful on clean to moderate paths and needs a classical safety net elsewhere.</a:t>
            </a:r>
          </a:p>
          <a:p/>
          <a:p>
            <a:r>
              <a:t>Likely question: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p>
            <a:r>
              <a:t>The result: about ten times fewer retransmissions, and the neural agent's lead over AIMD grows to 46 percent on the lossy path and 50 percent on the satellite path.</a:t>
            </a:r>
          </a:p>
          <a:p/>
          <a:p>
            <a:r>
              <a:t>The 10 percent loss failure we found earlier was mostly a Go-Back-N effect: with Selective Repeat the agent ties AIMD there.</a:t>
            </a:r>
          </a:p>
          <a:p/>
          <a:p>
            <a:r>
              <a:t>Go-Back-N is still in the code behind a flag, and the earlier tables in the report were measured with it and are labelled that way.</a:t>
            </a:r>
          </a:p>
          <a:p/>
          <a:p>
            <a:r>
              <a:t>Likely question: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p>
            <a:r>
              <a:t>One correction we want to be upfront about: earlier we reported bigger margins and 262 retransmissions on the fast path. That came from a timer that fired too early. Fixing it helped AIMD even more than the agent, so these numbers are the honest ones.</a:t>
            </a:r>
          </a:p>
          <a:p/>
          <a:p>
            <a:r>
              <a:t>Likely question: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p>
            <a:r>
              <a:t>On real sockets the neural agent is again fastest on every path: 17, 53, 45 and 39 percent faster than tuned AIMD on 5G, lossy, satellite and fast, and a tie on the hostile path.</a:t>
            </a:r>
          </a:p>
          <a:p/>
          <a:p>
            <a:r>
              <a:t>Likely question: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p>
            <a:r>
              <a:t>That let us test on 100 random paths that we never tuned on. The neural agent needs 0.53 times the time of tuned AIMD, is faster on 89 paths and never more than 20 percent slower. Tuned CUBIC is slower by more than 20 percent on 27 paths.</a:t>
            </a:r>
          </a:p>
          <a:p/>
          <a:p>
            <a:r>
              <a:t>The ablation shows which parts matter: the window cap of 128 most, then pacing, the timer floor and slow start. We also tried evolution-strategy retraining directly in the C sender and it only gave 2 percent, so we did not adopt it.</a:t>
            </a:r>
          </a:p>
          <a:p/>
          <a:p>
            <a:r>
              <a:t>Likely question: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p>
            <a:r>
              <a:t>We also added file transfer: the sender sends a real file and the received file is byte-identical in every run. A 4 megabyte file over the fast path takes 8.9 seconds with the agent against 21 seconds with tuned AIMD.</a:t>
            </a:r>
          </a:p>
          <a:p/>
          <a:p>
            <a:r>
              <a:t>The chat and web gateway now use the same window and bitmap as the C transport, and there is CI, fuzzing and an architecture document.</a:t>
            </a:r>
          </a:p>
          <a:p/>
          <a:p>
            <a:r>
              <a:t>Likely question: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Likely question: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Likely question: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p>
            <a:r>
              <a:t>Our limits: no kernel netem or multi-machine test, the agent is not a polite neighbour, there is no gain at 10 percent random loss, and the tabular agent did not beat AIMD.</a:t>
            </a:r>
          </a:p>
          <a:p/>
          <a:p>
            <a:r>
              <a:t>Next: fairness-aware training with TCP coexistence, training on real traces, and kernel and multi-machine tests.</a:t>
            </a:r>
          </a:p>
          <a:p/>
          <a:p>
            <a:r>
              <a:t>Likely question: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Likely question: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Likely question: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34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34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34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34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34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34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34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34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34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34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34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34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34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34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34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34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34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34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34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34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34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34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34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34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34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34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34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34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34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34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34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Kernel netem and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no kernel netem or multi-machine test; polite mode is a hand-made rule that costs speed; level with CUBIC under bursty cross traffic; no gain at 10% random loss.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2026-10-11T06:36:22Z</dcterms:created>
  <dcterms:modified xsi:type="dcterms:W3CDTF">2026-10-11T06:36:22Z</dcterms:modified>
</cp:coreProperties>
</file>