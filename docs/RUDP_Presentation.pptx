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Ablation, 100 random held-out paths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relative to tuned AIMD (lower is better)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Tuned AIMD</c:v>
                  </c:pt>
                  <c:pt idx="1">
                    <c:v>Neural, final</c:v>
                  </c:pt>
                  <c:pt idx="2">
                    <c:v>no slow start</c:v>
                  </c:pt>
                  <c:pt idx="3">
                    <c:v>no pacing</c:v>
                  </c:pt>
                  <c:pt idx="4">
                    <c:v>no hand-over</c:v>
                  </c:pt>
                  <c:pt idx="5">
                    <c:v>cap 32</c:v>
                  </c:pt>
                  <c:pt idx="6">
                    <c:v>no timer floor</c:v>
                  </c:pt>
                  <c:pt idx="7">
                    <c:v>original settings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0.51</c:v>
                </c:pt>
                <c:pt idx="2">
                  <c:v>0.527</c:v>
                </c:pt>
                <c:pt idx="3">
                  <c:v>0.549</c:v>
                </c:pt>
                <c:pt idx="4">
                  <c:v>0.506</c:v>
                </c:pt>
                <c:pt idx="5">
                  <c:v>0.837</c:v>
                </c:pt>
                <c:pt idx="6">
                  <c:v>0.519</c:v>
                </c:pt>
                <c:pt idx="7">
                  <c:v>0.859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40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40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40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40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6751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we measured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Five named paths vs tuned AIMD (real clock)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 to 52% faster on four paths; a tie on the hostile 10%-loss path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random held-out paths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0.53x the time of tuned AIMD; faster on 89; never more than 20% slower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Linux kernel (netem)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 to 83% faster than tuned AIMD (the reordering path is not significant)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Paths that change mid-transfer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in 4 of 4 cases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flows with unequal RTT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Jain fairness 0.84, against 0.64 for AIMD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to a kernel TCP flow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Takes 24% to 34% of the link; does not starve TCP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two real laptops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over the internet; every completed transfer delivered in full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whole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OSPF network, Wireshark dissector, chat over the internet, RUDP Drop app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Caveat, covered later: kernel TCP is still 1.5x to 1.7x faster than our agent, and the first versions had problems we found and fixed.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results: tuned baselines, real clock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40   Smart-RUDP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(seconds)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389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fastest on 4 of 5 paths; significantly faster than tuned AIMD on all four: -15%, -49%, -52%, -52%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tuned CUBIC on lossy (-74%) and satellite (-34%); equal on 5G-like and fast; CUBIC is 2x slower than AIMD at 2%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10% loss: no significant difference between any two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now low (3, 6, 4 packets): the old 262 were spurious timeouts, fixed with a timer floor that AIMD also benefits from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clock, real server process, 10 paired runs per path (hostile: 5), 95% intervals. eval_final.sh. Every policy uses the same timer, window cap rules and Selective Repeat.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Seeing the difference: the window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40   Smart-RUDP</a:t>
            </a:r>
            <a:endParaRPr lang="en-US" sz="1000" dirty="0"/>
          </a:p>
        </p:txBody>
      </p:sp>
      <p:pic>
        <p:nvPicPr>
          <p:cNvPr id="4" name="Image 0" descr="fig_cwnd_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31520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38160" y="13716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lossy path, same seed, same transport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 (grey) saws between 5 and 15 packets and needs 9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(green) rides much higher, backs off on loss, and finishes in 4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Regenerate: make figures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Reality check: real kernel (tc/netem)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40   Smart-RUDP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28016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(500 packets)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Lossy, 2%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Satellite, 150 ms (3 runs)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Reordering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 (n.s.)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57600"/>
            <a:ext cx="10972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tc/netem on loopback, 5 runs per cell, 512-byte payloads for TCP, UDP and RUDP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beats tuned AIMD on a real kernel path: 65% to 83% faster, significant on three paths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TCP is still faster than us everywhere: 1.5x to 1.7x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 link with kernel TCP: the neural agent takes only 24% to 34% (AIMD 5% to 17%); it does not starve TCP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runs were wrong four times (netem limit; untuned baseline; unequal payloads; synthetic 40-byte packets). Found, fixed, re-run, documented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gaps: changing paths and a BBR baseline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40   Smart-RUDP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80160"/>
                <a:gridCol w="109728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 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drop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rise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jump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pattern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lossy path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148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that change mid-transfer: neural fastest in 4 of 4 cases, at the cost of 1% to 6% retransmissions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simplified BBR beats tuned AIMD on 4 of 5 paths and is faster than the agent on the 2% lossy path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bugs in our own BBR (stall at 10% loss; 163 s after a delay jump) found by these tests and fixed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time, 20 paired seeds; not the Linux BBR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gaps: fairness and trust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40   Smart-RUDP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64592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identical flows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Extra 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short-RTT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/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/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flows are fairer than AIMD under unequal RTTs, but still favour the short-RTT flow (6 pairs per cell)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depth-5 decision tree matches the network on only 79% of decisions, yet gives the same transfer time on 4 of 5 paths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of 0.2 on the inputs costs at most 12%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interval-bound certification: 43% of decisions at +-0.001, none at +-0.03. It is robust in practice but not proven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Coexistence with kernel TCP: neural takes 24% to 34% of a shared link, so it does not starve TCP (3 runs per cell)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run between two machines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40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97280"/>
                <a:gridCol w="1097280"/>
                <a:gridCol w="128016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1 (clean)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2 (clean)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laptops, different networks, Tailscale relay (about 79 ms RTT); 2 MB per transfer, 5 repetitions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 works between real machines: every completed run delivered 4,000 of 4,000 packets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drifted (TCP alone 2 s to 51 s) and 4 of 20 RUDP runs timed out, so this is a demonstration, not a ranking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reps: kernel TCP 2x to 6x faster; rep 1 the neural agent beat AIMD (4.7 s vs 14.2 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repeat on a direct local network with more reps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40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40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40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40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40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40   Smart-RUDP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40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40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Selective Repeat (the default)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40   Smart-RUDP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40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40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40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40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40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was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40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Correctness: unit, end-to-end, handshake, file-integrity, chat and simulator tests (make test); packet parser fuzzed under AddressSanitizer and UBSan (make fuzz)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Speed: virtual time, same C sender, checked against the real clock in 15 of 15 cells; paired seeds, 95% intervals, tuning seeds kept apart from test seeds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Realism, in four steps: emulation in the client, a separate impairment proxy on real sockets, Linux kernel netem, and two laptops over the internet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in the report has the command that produced it (docs/RUNNING_ALL_TESTS.md)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record our own mistakes: untuned baselines, unequal payloads and synthetic 40-byte packets were each caught, fixed and re-run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fast, faithful C simulator, and what it showed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40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118872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--vt 1: the real C sender with a simulated receiver and clock, about 1000x faster; matches the real-clock runs in 15 of 15 cells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 held-out paths: neural agent 0.53x the time of tuned AIMD, faster on 89, never &gt;20% slower (tuned CUBIC: slower by &gt;20% on 27)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factors: window cap 128, pacing, timer floor, slow start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Evolution-strategy retraining in C: +2% only, not adopted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Issues we found along the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40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learned controller (a Q-table) was not faster than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10% random loss the neural agent was 7x slower than AIMD (85 s against 11 s)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sockets exposed a lost-handshake hang, spurious timeouts (262 retransmissions for about 3 losses) and a weak checksum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baselines were weak: untuned AIMD (window cap 32) made early wins look bigger than they are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kernel tests were wrong four times: netem limit, untuned baseline, unequal payloads, synthetic 40-byte packets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BBR-style baseline stalled at 10% loss and took 163 s after a delay jump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pushier neighbour than AIMD or CUBIC, and results vary with the training seed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changed to make it better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/ 40   Smart-RUDP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 with a fixed 500 ms timer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 Repeat: bitmap ACKs, per-packet timers, adaptive timer with a 1.3 x srtt floor; about 10x fewer retransmissions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Byte-sum checksum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CRC-16: 0 of 333k corrupted packets accepted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ignored data after a lost final handshake 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Handled as in TCP, with a regression test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Q-table agent, window cap 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5-32-32-5 neural network, cap 128, slow start, pacing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 7x slower than AIMD at 10% loss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to AIMD while loss is high: 13.9 s instead of 84.9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Untuned AIMD and CUBIC baselines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baselines, so every win is against a fair opponent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Faulty kernel and BBR tests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Netem limit, equal payloads and real 512-byte packets; kernel runs repeated; BBR stall and slow recovery fixed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/ 40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/ 40   Smart-RUDP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first learned agent: an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/ 40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/ 40   Smart-RUDP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sockets found what the emulator could not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/ 40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 handshake 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ignored all data after a lost final ACK: transfers hung (2 of 4 runs at 10% loss). Fixed as in TCP; regression test added.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Spurious timeouts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too tight for window bursts: 262 retransmissions for ~3 losses. Floor of 1.3 x srtt. It also made AIMD 41% faster, so the old margins were too big.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checksum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Byte-sum checksum let 2% of corrupted packets through (fuzzer). Now CRC-16: 0 of 333k accepted, sanitizers clean.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 on real UDP sockets through an impairment proxy (src/impair.c): neural agent -17% / -53% / -45% / -39% vs tuned AIMD on 5G / lossy / satellite / fast; hostile path a tie. eval_proxy.sh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/ 40   Smart-RUDP</a:t>
            </a:r>
            <a:endParaRPr lang="en-US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/ 40   Smart-RUDP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 and file transfer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/ 40   Smart-RUDP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real sockets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 transfer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MB, 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MB, fast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1188720"/>
            <a:ext cx="5303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more aggressive neighbour than AIMD or CUBIC: no starvation, but not polite. Not trained for fairness; TCP coexistence untested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smart_client --file sends a real file; the received file is byte-identical in every run (FNV-1a hash)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chat and web gateway now use the same 256-packet window and 32-byte bitmap as the C transport; interop test at 20%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fuzzing, MIT licence, architecture doc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 gaps: fairness and cross traffic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/ 40   Smart-RUDP</a:t>
            </a:r>
            <a:endParaRPr lang="en-US" sz="1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 vs tuned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 share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Bursty cross traffic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Neural, 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47472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mode: back off when a standing queue builds (jitter-aware). Share 70% to 52%; costs speed (0.53x to 0.58x of AIMD time on 100 paths, worst path 2.95x slower), so it is off by default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Bursty cross traffic (new proxy option, 8 runs): neural is 15% faster than tuned AIMD but level with CUBIC; three tweaks to fix its extra retransmissions did not help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now handles up to 16 clients at once; a test sends two files simultaneously and checks both byte-for-byte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Limits we state openly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/ 40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TCP is still 1.5x to 1.7x faster than the neural agent on every kernel path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tuned AIMD the agent takes about 70% of a shared link; the optional polite mode fixes that but costs speed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with CUBIC under bursty cross traffic; no gain at 10% random loss; the BBR-style baseline is faster on the 2% lossy path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formally verified: certified at +-0.001 for only 43% of decisions; trained in a simulator, never on real traces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run: one drifting relay path, 4 of 20 runs timed out, so no ranking is claimed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Coexistence with kernel TCP: 3 runs per cell</a:t>
            </a:r>
            <a:endParaRPr lang="en-US" sz="1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/ 40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Fairness-aware training, TCP coexistence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real traces with cross traffic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 to kernel TCP; controlled multi-machine tests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2026-10-11T21:23:09Z</dcterms:created>
  <dcterms:modified xsi:type="dcterms:W3CDTF">2026-10-11T21:23:09Z</dcterms:modified>
</cp:coreProperties>
</file>