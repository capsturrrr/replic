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37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37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37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37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37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37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37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37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37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37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37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37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37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37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37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37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37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37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37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37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37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Reality check: real kernel (tc/netem)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37   Smart-RUDP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tc/netem on loopback, 5 runs per cell, same 512-byte payloads for TCP, UDP and RUDP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beats tuned AIMD on a real kernel path: 61% to 83% faster, highly significant on three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faster than us everywhere: 1.5x (satellite) to 3.2x (lossy)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three runs were wrong (netem limit counted packets in flight; untuned baseline; unequal payloads). Found, fixed, re-run, documented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changing paths and a BBR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37   Smart-RUDP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mid-transfer: neural fastest in 4 of 4 cases, at the cost of 1% to 6% retransmissions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simplified BBR beats tuned AIMD on 4 of 5 paths and is faster than the agent on the 2% lossy path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bugs in our own BBR (stall at 10% loss; 163 s after a delay jump) found by these tests and fixed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not the Linux BBR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fairness and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37   Smart-RUDP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flows are fairer than AIMD under unequal RTTs, but still favour the short-RTT flow (6 pairs per cell)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matches the network on only 79% of decisions, yet gives the same transfer time on 4 of 5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of 0.2 on the inputs costs at most 12%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interval-bound certification: 43% of decisions at +-0.001, none at +-0.03. It is robust in practice but not proven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script written (netem_coexist.sh), measurement still to run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kernel TCP is 1.5x to 3.2x faster; no multi-machine test; polite mode is a hand-made rule that costs speed; level with CUBIC under bursty cross traffic; no gain at 10% random loss; BBR-style baseline is faster on the 2% lossy path; coexistence with kernel TCP not yet measured.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2026-10-11T17:56:48Z</dcterms:created>
  <dcterms:modified xsi:type="dcterms:W3CDTF">2026-10-11T17:56:48Z</dcterms:modified>
</cp:coreProperties>
</file>