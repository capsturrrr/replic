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DF3"/>
                </a:solidFill>
                <a:latin typeface="Arial"/>
              </a:rPr>
              <a:t>Ablation, 100 random held-out paths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relative to tuned AIMD (lower is better)</c:v>
                </c:pt>
              </c:strCache>
            </c:strRef>
          </c:tx>
          <c:spPr>
            <a:solidFill>
              <a:srgbClr val="39FF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Tuned AIMD</c:v>
                  </c:pt>
                  <c:pt idx="1">
                    <c:v>Neural, final</c:v>
                  </c:pt>
                  <c:pt idx="2">
                    <c:v>no slow start</c:v>
                  </c:pt>
                  <c:pt idx="3">
                    <c:v>no pacing</c:v>
                  </c:pt>
                  <c:pt idx="4">
                    <c:v>no hand-over</c:v>
                  </c:pt>
                  <c:pt idx="5">
                    <c:v>cap 32</c:v>
                  </c:pt>
                  <c:pt idx="6">
                    <c:v>no timer floor</c:v>
                  </c:pt>
                  <c:pt idx="7">
                    <c:v>original settings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0.51</c:v>
                </c:pt>
                <c:pt idx="2">
                  <c:v>0.527</c:v>
                </c:pt>
                <c:pt idx="3">
                  <c:v>0.549</c:v>
                </c:pt>
                <c:pt idx="4">
                  <c:v>0.506</c:v>
                </c:pt>
                <c:pt idx="5">
                  <c:v>0.837</c:v>
                </c:pt>
                <c:pt idx="6">
                  <c:v>0.519</c:v>
                </c:pt>
                <c:pt idx="7">
                  <c:v>0.859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2A34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35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35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35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35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35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35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35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35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agent in our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35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35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35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35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465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fixed, AIMD or Smart-RUDP (Q-learning, learns live)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for the chat: faster than AIMD on 5 of 6 held-out paths, equal on 1 (Table 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48 unseen paths: table 3.73 s, deep (DQN) 3.20 s, AIMD 7.16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is seed-sensitive, so picked on validation paths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evidence: baselines, SACK, reordering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35   Smart-RUDP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 paths, original simulator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simulator allowed a dup-ACK retransmission storm. With the realistic rule, stress means are AIMD 7.75 s, neural 7.27 s: about level. The TCP row is a model, not kernel TCP.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agent in the C transport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35   Smart-RUDP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 packets, C transport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(rl2)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wireless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AIMD on all three paths: 15%, 27%, 24% faster (95% intervals exclude zero)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agent does not generalise: slower on 5G-like and satellite-like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C: about 10x fewer retransmissions, no significant time change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trained in a simulator; emulated paths (not real networks); agent retransmits more on random loss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runs per cell (satellite: 8), 95% intervals. Equal-cap check (AIMD capped at 32, 10 runs): neural still wins by 19%, 29%, 28%, all significant (eval_ci4.sh).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Fairness, ablations, chat fixes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35   Smart-RUDP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 flows, one bottleneck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of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deep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(no-loss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8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188720"/>
            <a:ext cx="5029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 short paths; takes 74% against AIMD on the 120 ms path, like a fixed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the no-shrink mask is what matters (6.54 s without it, about 3.3 s with it; AIMD 7.16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parts (delay penalty, last action, throughput input) showed no measurable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gave 3.2 to 7.4 s across seeds: seed sensitivity is a real weakness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dup-ACK retransmission storm in the chat gateway; added a live dashboard and an adaptive RTO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20 seeds; ablation on 48 stress paths. Code: web/fairness_test.py, web/ablate.py.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net: hand over to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35   Smart-RUDP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transport, seconds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found: at 10% loss the neural agent is 7x slower than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while a decision interval loses 10% or more, AIMD drives the window; after 3 clean intervals the agent resumes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wins on the three benign paths, and the hostile path is no longer significantly different from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timeout cut (x0.25) was tried and dropped: it helped the hostile path but hurt the 2% path (24 s vs 9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summary: the agent helps on clean-to-moderate paths; it needs a classical safety net elsewhere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 runs, 300 packets), 95% intervals. Flag: --hybrid 0.10. Code: eval_ci6.sh.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Selective Repeat is now the default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35   Smart-RUDP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transport, seconds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out-of-order packets (64 window) and reports them in a bitmap in every 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Sender: one timer per packet; resends only the missing 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drop about 10x; web chat 200 messages: 6.4 s vs 11.9 s (AIMD)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agent now wins by more, and the 10% loss failure was mostly a Go-Back-N effect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kept for comparison: --gbn / RUDP_GBN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5), 95% intervals, all gains significant except the hostile row. Code: eval_ci7.sh.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results: tuned baselines, real clock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35   Smart-RUDP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 (seconds)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cap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CUBIC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(3,000 pkts)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389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fastest on 4 of 5 paths; significantly faster than tuned AIMD on all four: -15%, -49%, -52%, -52%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tuned CUBIC on lossy (-74%) and satellite (-34%); equal on 5G-like and fast; CUBIC is 2x slower than AIMD at 2%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10% loss: no significant difference between any two policies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now low (3, 6, 4 packets): the old 262 were spurious timeouts, fixed with a timer floor that AIMD also benefits from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clock, real server process, 10 paired runs per path (hostile: 5), 95% intervals. eval_final.sh. Every policy uses the same timer, window cap rules and Selective Repeat.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sockets found what the emulator could not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 handshake 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ignored all data after a lost final ACK: transfers hung (2 of 4 runs at 10% loss). Fixed as in TCP; regression test added.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Spurious timeouts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too tight for window bursts: 262 retransmissions for ~3 losses. Floor of 1.3 x srtt. It also made AIMD 41% faster, so the old margins were too big.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checksum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Byte-sum checksum let 2% of corrupted packets through (fuzzer). Now CRC-16: 0 of 333k accepted, sanitizers clean.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 on real UDP sockets through an impairment proxy (src/impair.c): neural agent -17% / -53% / -45% / -39% vs tuned AIMD on 5G / lossy / satellite / fast; hostile path a tie. eval_proxy.sh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fast, faithful C simulator, and what it showed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35   Smart-RUDP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1887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--vt 1: the real C sender with a simulated receiver and clock, about 1000x faster; matches the real-clock runs in 15 of 15 cells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random held-out paths: neural agent 0.53x the time of tuned AIMD, faster on 89, never &gt;20% slower (tuned CUBIC: slower by &gt;20% on 27)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factors: window cap 128, pacing, timer floor, slow start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Evolution-strategy retraining in C: +2% only, not adopted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Fairness and file transfer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35   Smart-RUDP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 flows, real sockets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transfer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cap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MB, 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MB, fast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more aggressive neighbour than AIMD or CUBIC: no starvation, but not polite. Not trained for fairness; TCP coexistence untested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smart_client --file sends a real file; the received file is byte-identical in every run (FNV-1a hash)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 and web gateway now use the same 256-packet window and 32-byte bitmap as the C transport; interop test at 20%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fuzzing, MIT licence, architecture doc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Seeing the difference: the window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35   Smart-RUDP</a:t>
            </a:r>
            <a:endParaRPr lang="en-US" sz="1000" dirty="0"/>
          </a:p>
        </p:txBody>
      </p:sp>
      <p:pic>
        <p:nvPicPr>
          <p:cNvPr id="4" name="Image 0" descr="fig_cwnd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52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37160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lossy path, same seed, same transport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(grey) saws between 5 and 15 packets and needs 9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(green) rides much higher, backs off on loss, and finishes in 4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Regenerate: make figures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gaps: fairness and cross traffic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35   Smart-RUDP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 vs tuned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 share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Bursty cross traffic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Neural, 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mode: back off when a standing queue builds (jitter-aware). Share 70% to 52%; costs speed (0.53x to 0.58x of AIMD time on 100 paths, worst path 2.95x slower), so it is off by default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cross traffic (new proxy option, 8 runs): neural is 15% faster than tuned AIMD but level with CUBIC; three tweaks to fix its extra retransmissions did not help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now handles up to 16 clients at once; a test sends two files simultaneously and checks both byte-for-byte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 check: real kernel (tc/netem)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35   Smart-RUDP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371600"/>
                <a:gridCol w="128016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 (500 packets)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Lossy, 2%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Satellite, 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-33% (n.s.)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tc/netem on loopback, 5 runs per cell, same 512-byte payloads for TCP, UDP and RUDP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beats tuned AIMD on a real kernel path: 61% to 83% faster, highly significant on three paths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still faster than us everywhere: 1.5x (satellite) to 3.2x (lossy)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three runs were wrong (netem limit counted packets in flight; untuned baseline; unequal payloads). Found, fixed, re-run, documented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35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training, TCP coexistence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traces with cross traffic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to kernel TCP; real multi-machine tests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kernel TCP is 1.5x to 3.2x faster; no multi-machine test; polite mode is a hand-made rule that costs speed; level with CUBIC under bursty cross traffic; no gain at 10% random loss.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2026-10-11T15:16:37Z</dcterms:created>
  <dcterms:modified xsi:type="dcterms:W3CDTF">2026-10-11T15:16:37Z</dcterms:modified>
</cp:coreProperties>
</file>