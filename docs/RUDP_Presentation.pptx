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E6EDF3"/>
                </a:solidFill>
                <a:latin typeface="Arial"/>
              </a:rPr>
              <a:t>Ablation, 100 random held-out paths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relative to tuned AIMD (lower is better)</c:v>
                </c:pt>
              </c:strCache>
            </c:strRef>
          </c:tx>
          <c:spPr>
            <a:solidFill>
              <a:srgbClr val="39FF8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Tuned AIMD</c:v>
                  </c:pt>
                  <c:pt idx="1">
                    <c:v>Neural, final</c:v>
                  </c:pt>
                  <c:pt idx="2">
                    <c:v>no slow start</c:v>
                  </c:pt>
                  <c:pt idx="3">
                    <c:v>no pacing</c:v>
                  </c:pt>
                  <c:pt idx="4">
                    <c:v>no hand-over</c:v>
                  </c:pt>
                  <c:pt idx="5">
                    <c:v>cap 32</c:v>
                  </c:pt>
                  <c:pt idx="6">
                    <c:v>no timer floor</c:v>
                  </c:pt>
                  <c:pt idx="7">
                    <c:v>original settings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0.51</c:v>
                </c:pt>
                <c:pt idx="2">
                  <c:v>0.527</c:v>
                </c:pt>
                <c:pt idx="3">
                  <c:v>0.549</c:v>
                </c:pt>
                <c:pt idx="4">
                  <c:v>0.506</c:v>
                </c:pt>
                <c:pt idx="5">
                  <c:v>0.837</c:v>
                </c:pt>
                <c:pt idx="6">
                  <c:v>0.519</c:v>
                </c:pt>
                <c:pt idx="7">
                  <c:v>0.859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b"/>
        <c:majorGridlines>
          <c:spPr>
            <a:ln w="6350" cap="flat">
              <a:solidFill>
                <a:srgbClr val="2A34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8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33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33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33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33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33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33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33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33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33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33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33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33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33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33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33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33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33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33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33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33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33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33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33   Smart-RUDP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Selective Repeat is now the default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33   Smart-RUDP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(64 window) and reports them in a bitmap in every 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one timer per packet; resends only the missing ones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drop about 10x; web chat 200 messages: 6.4 s vs 11.9 s (AIMD)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now wins by more, and the 10% loss failure was mostly a Go-Back-N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comparison: --gbn / RUDP_GBN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intervals, all gains significant except the hostile row. Code: eval_ci7.sh.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results: tuned baselines, real clock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33   Smart-RUDP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(seconds)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389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fastest on 4 of 5 paths; significantly faster than tuned AIMD on all four: -15%, -49%, -52%, -52%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tuned CUBIC on lossy (-74%) and satellite (-34%); equal on 5G-like and fast; CUBIC is 2x slower than AIMD at 2%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10% loss: no significant difference between any two policies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now low (3, 6, 4 packets): the old 262 were spurious timeouts, fixed with a timer floor that AIMD also benefits from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clock, real server process, 10 paired runs per path (hostile: 5), 95% intervals. eval_final.sh. Every policy uses the same timer, window cap rules and Selective Repeat.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sockets found what the emulator could not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/ 33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Lost handshake 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ignored all data after a lost final ACK: transfers hung (2 of 4 runs at 10% loss). Fixed as in TCP; regression test added.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Spurious timeouts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too tight for window bursts: 262 retransmissions for ~3 losses. Floor of 1.3 x srtt. It also made AIMD 41% faster, so the old margins were too big.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 checksum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Byte-sum checksum let 2% of corrupted packets through (fuzzer). Now CRC-16: 0 of 333k accepted, sanitizers clean.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 on real UDP sockets through an impairment proxy (src/impair.c): neural agent -17% / -53% / -45% / -39% vs tuned AIMD on 5G / lossy / satellite / fast; hostile path a tie. eval_proxy.sh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fast, faithful C simulator, and what it showed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/ 33   Smart-RUDP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98080" y="1188720"/>
            <a:ext cx="4206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--vt 1: the real C sender with a simulated receiver and clock, about 1000x faster; matches the real-clock runs in 15 of 15 cells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random held-out paths: neural agent 0.53x the time of tuned AIMD, faster on 89, never &gt;20% slower (tuned CUBIC: slower by &gt;20% on 27)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factors: window cap 128, pacing, timer floor, slow start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Evolution-strategy retraining in C: +2% only, not adopted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 and file transfer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/ 33   Smart-RUDP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real sockets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cap 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File transfer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MB, 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MB, fast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0" y="1188720"/>
            <a:ext cx="5303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more aggressive neighbour than AIMD or CUBIC: no starvation, but not polite. Not trained for fairness; TCP coexistence untested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smart_client --file sends a real file; the received file is byte-identical in every run (FNV-1a hash)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chat and web gateway now use the same 256-packet window and 32-byte bitmap as the C transport; interop test at 20%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fuzzing, MIT licence, architecture doc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Closing gaps: fairness and cross traffic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/ 33   Smart-RUDP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6304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 vs tuned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 share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Bursty cross traffic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Neural, 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347472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mode: back off when a standing queue builds (jitter-aware). Share 70% to 52%; costs speed (0.53x to 0.58x of AIMD time on 100 paths, worst path 2.95x slower), so it is off by default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Bursty cross traffic (new proxy option, 8 runs): neural is 15% faster than tuned AIMD but level with CUBIC; three tweaks to fix its extra retransmissions did not help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now handles up to 16 clients at once; a test sends two files simultaneously and checks both byte-for-byte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/ 33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Fairness-aware training, TCP coexistence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real traces with cross traffic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no kernel netem or multi-machine test; polite mode is a hand-made rule that costs speed; level with CUBIC under bursty cross traffic; no gain at 10% random loss.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2026-10-10T20:23:32Z</dcterms:created>
  <dcterms:modified xsi:type="dcterms:W3CDTF">2026-10-10T20:23:32Z</dcterms:modified>
</cp:coreProperties>
</file>